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Magnolia Script" charset="1" panose="02000503070000020003"/>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grpSp>
        <p:nvGrpSpPr>
          <p:cNvPr name="Group 27" id="27"/>
          <p:cNvGrpSpPr/>
          <p:nvPr/>
        </p:nvGrpSpPr>
        <p:grpSpPr>
          <a:xfrm rot="0">
            <a:off x="1940957" y="6048917"/>
            <a:ext cx="5308759" cy="3209383"/>
            <a:chOff x="0" y="0"/>
            <a:chExt cx="1398192" cy="845270"/>
          </a:xfrm>
        </p:grpSpPr>
        <p:sp>
          <p:nvSpPr>
            <p:cNvPr name="Freeform 28" id="28"/>
            <p:cNvSpPr/>
            <p:nvPr/>
          </p:nvSpPr>
          <p:spPr>
            <a:xfrm flipH="false" flipV="false" rot="0">
              <a:off x="0" y="0"/>
              <a:ext cx="1398192" cy="845270"/>
            </a:xfrm>
            <a:custGeom>
              <a:avLst/>
              <a:gdLst/>
              <a:ahLst/>
              <a:cxnLst/>
              <a:rect r="r" b="b" t="t" l="l"/>
              <a:pathLst>
                <a:path h="845270" w="1398192">
                  <a:moveTo>
                    <a:pt x="74375" y="0"/>
                  </a:moveTo>
                  <a:lnTo>
                    <a:pt x="1323817" y="0"/>
                  </a:lnTo>
                  <a:cubicBezTo>
                    <a:pt x="1364893" y="0"/>
                    <a:pt x="1398192" y="33299"/>
                    <a:pt x="1398192" y="74375"/>
                  </a:cubicBezTo>
                  <a:lnTo>
                    <a:pt x="1398192" y="770895"/>
                  </a:lnTo>
                  <a:cubicBezTo>
                    <a:pt x="1398192" y="790620"/>
                    <a:pt x="1390356" y="809538"/>
                    <a:pt x="1376408" y="823486"/>
                  </a:cubicBezTo>
                  <a:cubicBezTo>
                    <a:pt x="1362460" y="837434"/>
                    <a:pt x="1343542" y="845270"/>
                    <a:pt x="1323817" y="845270"/>
                  </a:cubicBezTo>
                  <a:lnTo>
                    <a:pt x="74375" y="845270"/>
                  </a:lnTo>
                  <a:cubicBezTo>
                    <a:pt x="54649" y="845270"/>
                    <a:pt x="35732" y="837434"/>
                    <a:pt x="21784" y="823486"/>
                  </a:cubicBezTo>
                  <a:cubicBezTo>
                    <a:pt x="7836" y="809538"/>
                    <a:pt x="0" y="790620"/>
                    <a:pt x="0" y="770895"/>
                  </a:cubicBezTo>
                  <a:lnTo>
                    <a:pt x="0" y="74375"/>
                  </a:lnTo>
                  <a:cubicBezTo>
                    <a:pt x="0" y="54649"/>
                    <a:pt x="7836" y="35732"/>
                    <a:pt x="21784" y="21784"/>
                  </a:cubicBezTo>
                  <a:cubicBezTo>
                    <a:pt x="35732" y="7836"/>
                    <a:pt x="54649" y="0"/>
                    <a:pt x="74375" y="0"/>
                  </a:cubicBezTo>
                  <a:close/>
                </a:path>
              </a:pathLst>
            </a:custGeom>
            <a:solidFill>
              <a:srgbClr val="BCF4B8"/>
            </a:solidFill>
          </p:spPr>
        </p:sp>
        <p:sp>
          <p:nvSpPr>
            <p:cNvPr name="TextBox 29" id="29"/>
            <p:cNvSpPr txBox="true"/>
            <p:nvPr/>
          </p:nvSpPr>
          <p:spPr>
            <a:xfrm>
              <a:off x="0" y="-47625"/>
              <a:ext cx="1398192" cy="892895"/>
            </a:xfrm>
            <a:prstGeom prst="rect">
              <a:avLst/>
            </a:prstGeom>
          </p:spPr>
          <p:txBody>
            <a:bodyPr anchor="ctr" rtlCol="false" tIns="50800" lIns="50800" bIns="50800" rIns="50800"/>
            <a:lstStyle/>
            <a:p>
              <a:pPr algn="ctr">
                <a:lnSpc>
                  <a:spcPts val="3499"/>
                </a:lnSpc>
              </a:pPr>
            </a:p>
          </p:txBody>
        </p:sp>
      </p:grpSp>
      <p:sp>
        <p:nvSpPr>
          <p:cNvPr name="TextBox 30" id="30"/>
          <p:cNvSpPr txBox="true"/>
          <p:nvPr/>
        </p:nvSpPr>
        <p:spPr>
          <a:xfrm rot="0">
            <a:off x="1824275" y="3735546"/>
            <a:ext cx="15123320" cy="2267585"/>
          </a:xfrm>
          <a:prstGeom prst="rect">
            <a:avLst/>
          </a:prstGeom>
        </p:spPr>
        <p:txBody>
          <a:bodyPr anchor="t" rtlCol="false" tIns="0" lIns="0" bIns="0" rIns="0">
            <a:spAutoFit/>
          </a:bodyPr>
          <a:lstStyle/>
          <a:p>
            <a:pPr algn="ctr">
              <a:lnSpc>
                <a:spcPts val="3640"/>
              </a:lnSpc>
              <a:spcBef>
                <a:spcPct val="0"/>
              </a:spcBef>
            </a:pPr>
            <a:r>
              <a:rPr lang="en-US" sz="2600">
                <a:solidFill>
                  <a:srgbClr val="327F35"/>
                </a:solidFill>
                <a:latin typeface="Magnolia Script"/>
                <a:ea typeface="Magnolia Script"/>
                <a:cs typeface="Magnolia Script"/>
                <a:sym typeface="Magnolia Script"/>
              </a:rPr>
              <a:t>NutriHealth </a:t>
            </a:r>
            <a:r>
              <a:rPr lang="en-US" sz="2600">
                <a:solidFill>
                  <a:srgbClr val="327F35"/>
                </a:solidFill>
                <a:latin typeface="Magnolia Script"/>
                <a:ea typeface="Magnolia Script"/>
                <a:cs typeface="Magnolia Script"/>
                <a:sym typeface="Magnolia Script"/>
              </a:rPr>
              <a:t>is an innovative Django-based web application that empowers users to make informed dietary choices through intelligent food analysis and personalised nutrition guidance. By combining barcode scanning technology with comprehensive health profiling, the platform analyzes packaged foods, provides detailed nutritional information, and recommends suitable alternatives based on individual health conditions such as diabetes, obesity, and allergies.</a:t>
            </a:r>
          </a:p>
        </p:txBody>
      </p:sp>
      <p:grpSp>
        <p:nvGrpSpPr>
          <p:cNvPr name="Group 31" id="31"/>
          <p:cNvGrpSpPr/>
          <p:nvPr/>
        </p:nvGrpSpPr>
        <p:grpSpPr>
          <a:xfrm rot="0">
            <a:off x="11151633" y="5872162"/>
            <a:ext cx="5795962" cy="3419569"/>
            <a:chOff x="0" y="0"/>
            <a:chExt cx="7727950" cy="4559425"/>
          </a:xfrm>
        </p:grpSpPr>
        <p:grpSp>
          <p:nvGrpSpPr>
            <p:cNvPr name="Group 32" id="32"/>
            <p:cNvGrpSpPr/>
            <p:nvPr/>
          </p:nvGrpSpPr>
          <p:grpSpPr>
            <a:xfrm rot="0">
              <a:off x="0" y="873972"/>
              <a:ext cx="6105157" cy="2371090"/>
              <a:chOff x="0" y="0"/>
              <a:chExt cx="6105157" cy="2371090"/>
            </a:xfrm>
          </p:grpSpPr>
          <p:sp>
            <p:nvSpPr>
              <p:cNvPr name="Freeform 33" id="33"/>
              <p:cNvSpPr/>
              <p:nvPr/>
            </p:nvSpPr>
            <p:spPr>
              <a:xfrm flipH="false" flipV="false" rot="0">
                <a:off x="50792" y="48421"/>
                <a:ext cx="6003574" cy="2271869"/>
              </a:xfrm>
              <a:custGeom>
                <a:avLst/>
                <a:gdLst/>
                <a:ahLst/>
                <a:cxnLst/>
                <a:rect r="r" b="b" t="t" l="l"/>
                <a:pathLst>
                  <a:path h="2271869" w="6003574">
                    <a:moveTo>
                      <a:pt x="0" y="1520029"/>
                    </a:moveTo>
                    <a:cubicBezTo>
                      <a:pt x="0" y="1518759"/>
                      <a:pt x="5079" y="1492089"/>
                      <a:pt x="6349" y="1479389"/>
                    </a:cubicBezTo>
                    <a:cubicBezTo>
                      <a:pt x="8888" y="1465419"/>
                      <a:pt x="12698" y="1438749"/>
                      <a:pt x="12698" y="1437479"/>
                    </a:cubicBezTo>
                    <a:cubicBezTo>
                      <a:pt x="12698" y="1437479"/>
                      <a:pt x="22856" y="1412079"/>
                      <a:pt x="27935" y="1399379"/>
                    </a:cubicBezTo>
                    <a:cubicBezTo>
                      <a:pt x="33014" y="1387949"/>
                      <a:pt x="40633" y="1375249"/>
                      <a:pt x="41903" y="1366359"/>
                    </a:cubicBezTo>
                    <a:cubicBezTo>
                      <a:pt x="43173" y="1360009"/>
                      <a:pt x="39363" y="1351119"/>
                      <a:pt x="39363" y="1351119"/>
                    </a:cubicBezTo>
                    <a:cubicBezTo>
                      <a:pt x="39363" y="1351119"/>
                      <a:pt x="41903" y="1321909"/>
                      <a:pt x="43173" y="1306669"/>
                    </a:cubicBezTo>
                    <a:cubicBezTo>
                      <a:pt x="44442" y="1292699"/>
                      <a:pt x="45712" y="1263489"/>
                      <a:pt x="45712" y="1263489"/>
                    </a:cubicBezTo>
                    <a:cubicBezTo>
                      <a:pt x="46982" y="1262219"/>
                      <a:pt x="55870" y="1235549"/>
                      <a:pt x="59680" y="1221579"/>
                    </a:cubicBezTo>
                    <a:cubicBezTo>
                      <a:pt x="64759" y="1207609"/>
                      <a:pt x="73648" y="1179669"/>
                      <a:pt x="73648" y="1179669"/>
                    </a:cubicBezTo>
                    <a:cubicBezTo>
                      <a:pt x="73648" y="1178399"/>
                      <a:pt x="90155" y="1154269"/>
                      <a:pt x="97774" y="1141569"/>
                    </a:cubicBezTo>
                    <a:cubicBezTo>
                      <a:pt x="105392" y="1128869"/>
                      <a:pt x="110471" y="1119979"/>
                      <a:pt x="120630" y="1104739"/>
                    </a:cubicBezTo>
                    <a:cubicBezTo>
                      <a:pt x="138407" y="1078069"/>
                      <a:pt x="162533" y="1041239"/>
                      <a:pt x="195548" y="996789"/>
                    </a:cubicBezTo>
                    <a:cubicBezTo>
                      <a:pt x="256498" y="918049"/>
                      <a:pt x="361890" y="785969"/>
                      <a:pt x="464743" y="674209"/>
                    </a:cubicBezTo>
                    <a:cubicBezTo>
                      <a:pt x="585373" y="543399"/>
                      <a:pt x="797429" y="338929"/>
                      <a:pt x="881235" y="269079"/>
                    </a:cubicBezTo>
                    <a:cubicBezTo>
                      <a:pt x="914249" y="241139"/>
                      <a:pt x="928217" y="230979"/>
                      <a:pt x="953613" y="215739"/>
                    </a:cubicBezTo>
                    <a:cubicBezTo>
                      <a:pt x="979009" y="201769"/>
                      <a:pt x="1008214" y="190339"/>
                      <a:pt x="1036149" y="181449"/>
                    </a:cubicBezTo>
                    <a:cubicBezTo>
                      <a:pt x="1065355" y="173829"/>
                      <a:pt x="1095830" y="170019"/>
                      <a:pt x="1125035" y="168749"/>
                    </a:cubicBezTo>
                    <a:cubicBezTo>
                      <a:pt x="1154240" y="167479"/>
                      <a:pt x="1184715" y="171289"/>
                      <a:pt x="1213920" y="177639"/>
                    </a:cubicBezTo>
                    <a:cubicBezTo>
                      <a:pt x="1243125" y="182719"/>
                      <a:pt x="1272331" y="192879"/>
                      <a:pt x="1298996" y="206849"/>
                    </a:cubicBezTo>
                    <a:cubicBezTo>
                      <a:pt x="1325662" y="219549"/>
                      <a:pt x="1351058" y="236059"/>
                      <a:pt x="1373914" y="255109"/>
                    </a:cubicBezTo>
                    <a:cubicBezTo>
                      <a:pt x="1395500" y="274159"/>
                      <a:pt x="1404389" y="313529"/>
                      <a:pt x="1432324" y="317339"/>
                    </a:cubicBezTo>
                    <a:cubicBezTo>
                      <a:pt x="1483116" y="324959"/>
                      <a:pt x="1599937" y="209389"/>
                      <a:pt x="1671045" y="178909"/>
                    </a:cubicBezTo>
                    <a:cubicBezTo>
                      <a:pt x="1721837" y="156049"/>
                      <a:pt x="1777707" y="148429"/>
                      <a:pt x="1809452" y="136999"/>
                    </a:cubicBezTo>
                    <a:cubicBezTo>
                      <a:pt x="1828499" y="130649"/>
                      <a:pt x="1837388" y="125569"/>
                      <a:pt x="1850086" y="119219"/>
                    </a:cubicBezTo>
                    <a:cubicBezTo>
                      <a:pt x="1864053" y="114139"/>
                      <a:pt x="1890719" y="102709"/>
                      <a:pt x="1890719" y="101439"/>
                    </a:cubicBezTo>
                    <a:cubicBezTo>
                      <a:pt x="1891989" y="101439"/>
                      <a:pt x="1919924" y="97629"/>
                      <a:pt x="1935162" y="95089"/>
                    </a:cubicBezTo>
                    <a:cubicBezTo>
                      <a:pt x="1949129" y="92549"/>
                      <a:pt x="1978335" y="87469"/>
                      <a:pt x="1978335" y="87469"/>
                    </a:cubicBezTo>
                    <a:cubicBezTo>
                      <a:pt x="1979604" y="87469"/>
                      <a:pt x="2007540" y="88739"/>
                      <a:pt x="2022777" y="90009"/>
                    </a:cubicBezTo>
                    <a:cubicBezTo>
                      <a:pt x="2038015" y="91279"/>
                      <a:pt x="2065950" y="93819"/>
                      <a:pt x="2067220" y="93819"/>
                    </a:cubicBezTo>
                    <a:cubicBezTo>
                      <a:pt x="2067220" y="93819"/>
                      <a:pt x="2095155" y="102709"/>
                      <a:pt x="2109123" y="107789"/>
                    </a:cubicBezTo>
                    <a:cubicBezTo>
                      <a:pt x="2123091" y="111599"/>
                      <a:pt x="2151026" y="120489"/>
                      <a:pt x="2151026" y="120489"/>
                    </a:cubicBezTo>
                    <a:cubicBezTo>
                      <a:pt x="2151026" y="120489"/>
                      <a:pt x="2151026" y="120489"/>
                      <a:pt x="2151026" y="121759"/>
                    </a:cubicBezTo>
                    <a:cubicBezTo>
                      <a:pt x="2152296" y="121759"/>
                      <a:pt x="2176422" y="136999"/>
                      <a:pt x="2189120" y="144619"/>
                    </a:cubicBezTo>
                    <a:cubicBezTo>
                      <a:pt x="2201818" y="152239"/>
                      <a:pt x="2225944" y="167479"/>
                      <a:pt x="2225944" y="167479"/>
                    </a:cubicBezTo>
                    <a:cubicBezTo>
                      <a:pt x="2227214" y="168749"/>
                      <a:pt x="2233563" y="178909"/>
                      <a:pt x="2238642" y="180179"/>
                    </a:cubicBezTo>
                    <a:cubicBezTo>
                      <a:pt x="2242451" y="181449"/>
                      <a:pt x="2246260" y="178909"/>
                      <a:pt x="2251340" y="177639"/>
                    </a:cubicBezTo>
                    <a:cubicBezTo>
                      <a:pt x="2261498" y="175099"/>
                      <a:pt x="2294513" y="170019"/>
                      <a:pt x="2294513" y="168749"/>
                    </a:cubicBezTo>
                    <a:cubicBezTo>
                      <a:pt x="2295782" y="168749"/>
                      <a:pt x="2332606" y="167479"/>
                      <a:pt x="2347844" y="164939"/>
                    </a:cubicBezTo>
                    <a:cubicBezTo>
                      <a:pt x="2358002" y="162399"/>
                      <a:pt x="2364351" y="158589"/>
                      <a:pt x="2374509" y="154779"/>
                    </a:cubicBezTo>
                    <a:cubicBezTo>
                      <a:pt x="2385938" y="149699"/>
                      <a:pt x="2399905" y="143349"/>
                      <a:pt x="2412603" y="136999"/>
                    </a:cubicBezTo>
                    <a:cubicBezTo>
                      <a:pt x="2425301" y="130649"/>
                      <a:pt x="2450697" y="119219"/>
                      <a:pt x="2451967" y="119219"/>
                    </a:cubicBezTo>
                    <a:cubicBezTo>
                      <a:pt x="2451967" y="119219"/>
                      <a:pt x="2479902" y="114139"/>
                      <a:pt x="2493870" y="110329"/>
                    </a:cubicBezTo>
                    <a:cubicBezTo>
                      <a:pt x="2507837" y="107789"/>
                      <a:pt x="2534503" y="102709"/>
                      <a:pt x="2535773" y="102709"/>
                    </a:cubicBezTo>
                    <a:cubicBezTo>
                      <a:pt x="2535773" y="102709"/>
                      <a:pt x="2563708" y="103979"/>
                      <a:pt x="2577676" y="105249"/>
                    </a:cubicBezTo>
                    <a:cubicBezTo>
                      <a:pt x="2592913" y="105249"/>
                      <a:pt x="2620849" y="106519"/>
                      <a:pt x="2620849" y="106519"/>
                    </a:cubicBezTo>
                    <a:cubicBezTo>
                      <a:pt x="2622119" y="106519"/>
                      <a:pt x="2648784" y="115409"/>
                      <a:pt x="2661482" y="119219"/>
                    </a:cubicBezTo>
                    <a:cubicBezTo>
                      <a:pt x="2675450" y="123029"/>
                      <a:pt x="2702116" y="130649"/>
                      <a:pt x="2703385" y="131919"/>
                    </a:cubicBezTo>
                    <a:cubicBezTo>
                      <a:pt x="2703385" y="131919"/>
                      <a:pt x="2704655" y="133189"/>
                      <a:pt x="2707195" y="133189"/>
                    </a:cubicBezTo>
                    <a:cubicBezTo>
                      <a:pt x="2714814" y="135729"/>
                      <a:pt x="2741479" y="131919"/>
                      <a:pt x="2775764" y="128109"/>
                    </a:cubicBezTo>
                    <a:cubicBezTo>
                      <a:pt x="2879886" y="112869"/>
                      <a:pt x="3185906" y="-19211"/>
                      <a:pt x="3403041" y="2379"/>
                    </a:cubicBezTo>
                    <a:cubicBezTo>
                      <a:pt x="3649380" y="25239"/>
                      <a:pt x="3993493" y="293209"/>
                      <a:pt x="4169994" y="316069"/>
                    </a:cubicBezTo>
                    <a:cubicBezTo>
                      <a:pt x="4257610" y="327499"/>
                      <a:pt x="4284276" y="302099"/>
                      <a:pt x="4374431" y="289399"/>
                    </a:cubicBezTo>
                    <a:cubicBezTo>
                      <a:pt x="4545853" y="263999"/>
                      <a:pt x="4909013" y="203039"/>
                      <a:pt x="5122338" y="170019"/>
                    </a:cubicBezTo>
                    <a:cubicBezTo>
                      <a:pt x="5283601" y="145889"/>
                      <a:pt x="5474070" y="116679"/>
                      <a:pt x="5543909" y="110329"/>
                    </a:cubicBezTo>
                    <a:cubicBezTo>
                      <a:pt x="5568035" y="107789"/>
                      <a:pt x="5575653" y="109059"/>
                      <a:pt x="5592160" y="107789"/>
                    </a:cubicBezTo>
                    <a:cubicBezTo>
                      <a:pt x="5607398" y="107789"/>
                      <a:pt x="5639143" y="106519"/>
                      <a:pt x="5639143" y="106519"/>
                    </a:cubicBezTo>
                    <a:cubicBezTo>
                      <a:pt x="5640413" y="106519"/>
                      <a:pt x="5670888" y="112869"/>
                      <a:pt x="5686125" y="115409"/>
                    </a:cubicBezTo>
                    <a:cubicBezTo>
                      <a:pt x="5701363" y="119219"/>
                      <a:pt x="5731838" y="125569"/>
                      <a:pt x="5733108" y="125569"/>
                    </a:cubicBezTo>
                    <a:cubicBezTo>
                      <a:pt x="5733108" y="125569"/>
                      <a:pt x="5761043" y="138269"/>
                      <a:pt x="5776280" y="145889"/>
                    </a:cubicBezTo>
                    <a:cubicBezTo>
                      <a:pt x="5790248" y="152239"/>
                      <a:pt x="5818183" y="164939"/>
                      <a:pt x="5819454" y="166209"/>
                    </a:cubicBezTo>
                    <a:cubicBezTo>
                      <a:pt x="5819454" y="166209"/>
                      <a:pt x="5843580" y="186529"/>
                      <a:pt x="5856277" y="195419"/>
                    </a:cubicBezTo>
                    <a:cubicBezTo>
                      <a:pt x="5867705" y="205579"/>
                      <a:pt x="5893101" y="225899"/>
                      <a:pt x="5893101" y="225899"/>
                    </a:cubicBezTo>
                    <a:cubicBezTo>
                      <a:pt x="5893101" y="225899"/>
                      <a:pt x="5912148" y="251299"/>
                      <a:pt x="5921037" y="263999"/>
                    </a:cubicBezTo>
                    <a:cubicBezTo>
                      <a:pt x="5931195" y="276699"/>
                      <a:pt x="5950242" y="302099"/>
                      <a:pt x="5950242" y="302099"/>
                    </a:cubicBezTo>
                    <a:cubicBezTo>
                      <a:pt x="5950242" y="302099"/>
                      <a:pt x="5962940" y="331309"/>
                      <a:pt x="5969289" y="345279"/>
                    </a:cubicBezTo>
                    <a:cubicBezTo>
                      <a:pt x="5975638" y="360519"/>
                      <a:pt x="5987066" y="388459"/>
                      <a:pt x="5988336" y="389729"/>
                    </a:cubicBezTo>
                    <a:cubicBezTo>
                      <a:pt x="5988336" y="389729"/>
                      <a:pt x="5993415" y="421479"/>
                      <a:pt x="5995954" y="436719"/>
                    </a:cubicBezTo>
                    <a:cubicBezTo>
                      <a:pt x="5998494" y="451959"/>
                      <a:pt x="6003573" y="482439"/>
                      <a:pt x="6003573" y="483709"/>
                    </a:cubicBezTo>
                    <a:cubicBezTo>
                      <a:pt x="6003573" y="483709"/>
                      <a:pt x="6001034" y="515459"/>
                      <a:pt x="5999763" y="530699"/>
                    </a:cubicBezTo>
                    <a:cubicBezTo>
                      <a:pt x="5998494" y="547209"/>
                      <a:pt x="5995954" y="577689"/>
                      <a:pt x="5995954" y="578959"/>
                    </a:cubicBezTo>
                    <a:cubicBezTo>
                      <a:pt x="5995954" y="578959"/>
                      <a:pt x="5985796" y="609439"/>
                      <a:pt x="5980717" y="623409"/>
                    </a:cubicBezTo>
                    <a:cubicBezTo>
                      <a:pt x="5975638" y="638649"/>
                      <a:pt x="5966749" y="669129"/>
                      <a:pt x="5965480" y="669129"/>
                    </a:cubicBezTo>
                    <a:cubicBezTo>
                      <a:pt x="5965480" y="669129"/>
                      <a:pt x="5948972" y="695799"/>
                      <a:pt x="5940084" y="709769"/>
                    </a:cubicBezTo>
                    <a:cubicBezTo>
                      <a:pt x="5932465" y="722469"/>
                      <a:pt x="5915957" y="749139"/>
                      <a:pt x="5914688" y="749139"/>
                    </a:cubicBezTo>
                    <a:cubicBezTo>
                      <a:pt x="5914688" y="750409"/>
                      <a:pt x="5891831" y="771999"/>
                      <a:pt x="5880403" y="783429"/>
                    </a:cubicBezTo>
                    <a:cubicBezTo>
                      <a:pt x="5868975" y="793589"/>
                      <a:pt x="5847389" y="815179"/>
                      <a:pt x="5846119" y="816449"/>
                    </a:cubicBezTo>
                    <a:cubicBezTo>
                      <a:pt x="5846119" y="816449"/>
                      <a:pt x="5819454" y="831689"/>
                      <a:pt x="5805486" y="839309"/>
                    </a:cubicBezTo>
                    <a:cubicBezTo>
                      <a:pt x="5791518" y="848199"/>
                      <a:pt x="5764852" y="863439"/>
                      <a:pt x="5763583" y="863439"/>
                    </a:cubicBezTo>
                    <a:cubicBezTo>
                      <a:pt x="5763583" y="863439"/>
                      <a:pt x="5733108" y="872329"/>
                      <a:pt x="5717870" y="877409"/>
                    </a:cubicBezTo>
                    <a:cubicBezTo>
                      <a:pt x="5702632" y="881219"/>
                      <a:pt x="5673428" y="890109"/>
                      <a:pt x="5672158" y="890109"/>
                    </a:cubicBezTo>
                    <a:cubicBezTo>
                      <a:pt x="5670888" y="891379"/>
                      <a:pt x="5362329" y="1238089"/>
                      <a:pt x="5349631" y="1258409"/>
                    </a:cubicBezTo>
                    <a:cubicBezTo>
                      <a:pt x="5349631" y="1259679"/>
                      <a:pt x="5349631" y="1260949"/>
                      <a:pt x="5349631" y="1260949"/>
                    </a:cubicBezTo>
                    <a:cubicBezTo>
                      <a:pt x="5349631" y="1262219"/>
                      <a:pt x="5349631" y="1262219"/>
                      <a:pt x="5349631" y="1262219"/>
                    </a:cubicBezTo>
                    <a:cubicBezTo>
                      <a:pt x="5348361" y="1262219"/>
                      <a:pt x="5331853" y="1287619"/>
                      <a:pt x="5322965" y="1300319"/>
                    </a:cubicBezTo>
                    <a:cubicBezTo>
                      <a:pt x="5315346" y="1313019"/>
                      <a:pt x="5298839" y="1338419"/>
                      <a:pt x="5297569" y="1338419"/>
                    </a:cubicBezTo>
                    <a:cubicBezTo>
                      <a:pt x="5297569" y="1339689"/>
                      <a:pt x="5275982" y="1360009"/>
                      <a:pt x="5264554" y="1370169"/>
                    </a:cubicBezTo>
                    <a:cubicBezTo>
                      <a:pt x="5253127" y="1380329"/>
                      <a:pt x="5230270" y="1400649"/>
                      <a:pt x="5230270" y="1400649"/>
                    </a:cubicBezTo>
                    <a:cubicBezTo>
                      <a:pt x="5229000" y="1401919"/>
                      <a:pt x="5156622" y="1451449"/>
                      <a:pt x="5108370" y="1485739"/>
                    </a:cubicBezTo>
                    <a:cubicBezTo>
                      <a:pt x="5035992" y="1536539"/>
                      <a:pt x="4901394" y="1638139"/>
                      <a:pt x="4840444" y="1678779"/>
                    </a:cubicBezTo>
                    <a:cubicBezTo>
                      <a:pt x="4808700" y="1700369"/>
                      <a:pt x="4799811" y="1704179"/>
                      <a:pt x="4768066" y="1724499"/>
                    </a:cubicBezTo>
                    <a:cubicBezTo>
                      <a:pt x="4708386" y="1766409"/>
                      <a:pt x="4602993" y="1854039"/>
                      <a:pt x="4505219" y="1921349"/>
                    </a:cubicBezTo>
                    <a:cubicBezTo>
                      <a:pt x="4392208" y="1997549"/>
                      <a:pt x="4190311" y="2114389"/>
                      <a:pt x="4126822" y="2156299"/>
                    </a:cubicBezTo>
                    <a:cubicBezTo>
                      <a:pt x="4105235" y="2170269"/>
                      <a:pt x="4096347" y="2179159"/>
                      <a:pt x="4082379" y="2186779"/>
                    </a:cubicBezTo>
                    <a:cubicBezTo>
                      <a:pt x="4072221" y="2193129"/>
                      <a:pt x="4063332" y="2195669"/>
                      <a:pt x="4053174" y="2202019"/>
                    </a:cubicBezTo>
                    <a:cubicBezTo>
                      <a:pt x="4040476" y="2208369"/>
                      <a:pt x="4026508" y="2215989"/>
                      <a:pt x="4012540" y="2223609"/>
                    </a:cubicBezTo>
                    <a:cubicBezTo>
                      <a:pt x="3998572" y="2231229"/>
                      <a:pt x="3973177" y="2246469"/>
                      <a:pt x="3971907" y="2246469"/>
                    </a:cubicBezTo>
                    <a:cubicBezTo>
                      <a:pt x="3971907" y="2246469"/>
                      <a:pt x="3942702" y="2254089"/>
                      <a:pt x="3927464" y="2257899"/>
                    </a:cubicBezTo>
                    <a:cubicBezTo>
                      <a:pt x="3912227" y="2261709"/>
                      <a:pt x="3883022" y="2269329"/>
                      <a:pt x="3883022" y="2269329"/>
                    </a:cubicBezTo>
                    <a:cubicBezTo>
                      <a:pt x="3881752" y="2269329"/>
                      <a:pt x="3881752" y="2269329"/>
                      <a:pt x="3881752" y="2269329"/>
                    </a:cubicBezTo>
                    <a:cubicBezTo>
                      <a:pt x="3881752" y="2269329"/>
                      <a:pt x="3851277" y="2270599"/>
                      <a:pt x="3836039" y="2270599"/>
                    </a:cubicBezTo>
                    <a:cubicBezTo>
                      <a:pt x="3820802" y="2270599"/>
                      <a:pt x="3790327" y="2271869"/>
                      <a:pt x="3790327" y="2271869"/>
                    </a:cubicBezTo>
                    <a:cubicBezTo>
                      <a:pt x="3789057" y="2271869"/>
                      <a:pt x="3789057" y="2271869"/>
                      <a:pt x="3789057" y="2271869"/>
                    </a:cubicBezTo>
                    <a:cubicBezTo>
                      <a:pt x="3789057" y="2270599"/>
                      <a:pt x="3759852" y="2264249"/>
                      <a:pt x="3744614" y="2260439"/>
                    </a:cubicBezTo>
                    <a:cubicBezTo>
                      <a:pt x="3729377" y="2257899"/>
                      <a:pt x="3700172" y="2250279"/>
                      <a:pt x="3698902" y="2250279"/>
                    </a:cubicBezTo>
                    <a:cubicBezTo>
                      <a:pt x="3698902" y="2250279"/>
                      <a:pt x="3672236" y="2236309"/>
                      <a:pt x="3658268" y="2229959"/>
                    </a:cubicBezTo>
                    <a:cubicBezTo>
                      <a:pt x="3644301" y="2222339"/>
                      <a:pt x="3617635" y="2209639"/>
                      <a:pt x="3616366" y="2208369"/>
                    </a:cubicBezTo>
                    <a:cubicBezTo>
                      <a:pt x="3616366" y="2208369"/>
                      <a:pt x="3593509" y="2188049"/>
                      <a:pt x="3580811" y="2177889"/>
                    </a:cubicBezTo>
                    <a:cubicBezTo>
                      <a:pt x="3569383" y="2168999"/>
                      <a:pt x="3546527" y="2148679"/>
                      <a:pt x="3546527" y="2148679"/>
                    </a:cubicBezTo>
                    <a:cubicBezTo>
                      <a:pt x="3545257" y="2147409"/>
                      <a:pt x="3528750" y="2123279"/>
                      <a:pt x="3519861" y="2110579"/>
                    </a:cubicBezTo>
                    <a:cubicBezTo>
                      <a:pt x="3509703" y="2097879"/>
                      <a:pt x="3493196" y="2073749"/>
                      <a:pt x="3491926" y="2072479"/>
                    </a:cubicBezTo>
                    <a:cubicBezTo>
                      <a:pt x="3491926" y="2072479"/>
                      <a:pt x="3480498" y="2044539"/>
                      <a:pt x="3475419" y="2029299"/>
                    </a:cubicBezTo>
                    <a:cubicBezTo>
                      <a:pt x="3469070" y="2015329"/>
                      <a:pt x="3457642" y="1987389"/>
                      <a:pt x="3457642" y="1986119"/>
                    </a:cubicBezTo>
                    <a:cubicBezTo>
                      <a:pt x="3457642" y="1986119"/>
                      <a:pt x="3453832" y="1955639"/>
                      <a:pt x="3451293" y="1940399"/>
                    </a:cubicBezTo>
                    <a:cubicBezTo>
                      <a:pt x="3450023" y="1925159"/>
                      <a:pt x="3444944" y="1895949"/>
                      <a:pt x="3444944" y="1894679"/>
                    </a:cubicBezTo>
                    <a:cubicBezTo>
                      <a:pt x="3444944" y="1894679"/>
                      <a:pt x="3448753" y="1864199"/>
                      <a:pt x="3450023" y="1848959"/>
                    </a:cubicBezTo>
                    <a:cubicBezTo>
                      <a:pt x="3452562" y="1833719"/>
                      <a:pt x="3455102" y="1803239"/>
                      <a:pt x="3455102" y="1803239"/>
                    </a:cubicBezTo>
                    <a:cubicBezTo>
                      <a:pt x="3455102" y="1801969"/>
                      <a:pt x="3465260" y="1774029"/>
                      <a:pt x="3470340" y="1758789"/>
                    </a:cubicBezTo>
                    <a:cubicBezTo>
                      <a:pt x="3476688" y="1744819"/>
                      <a:pt x="3486847" y="1715609"/>
                      <a:pt x="3486847" y="1715609"/>
                    </a:cubicBezTo>
                    <a:cubicBezTo>
                      <a:pt x="3486847" y="1714339"/>
                      <a:pt x="3505894" y="1687669"/>
                      <a:pt x="3512242" y="1676239"/>
                    </a:cubicBezTo>
                    <a:cubicBezTo>
                      <a:pt x="3517322" y="1669889"/>
                      <a:pt x="3526210" y="1663539"/>
                      <a:pt x="3524941" y="1658459"/>
                    </a:cubicBezTo>
                    <a:cubicBezTo>
                      <a:pt x="3522401" y="1653379"/>
                      <a:pt x="3494466" y="1649569"/>
                      <a:pt x="3494466" y="1649569"/>
                    </a:cubicBezTo>
                    <a:cubicBezTo>
                      <a:pt x="3493196" y="1648299"/>
                      <a:pt x="3470340" y="1634329"/>
                      <a:pt x="3460181" y="1627979"/>
                    </a:cubicBezTo>
                    <a:cubicBezTo>
                      <a:pt x="3450023" y="1621629"/>
                      <a:pt x="3448753" y="1614009"/>
                      <a:pt x="3432246" y="1611469"/>
                    </a:cubicBezTo>
                    <a:cubicBezTo>
                      <a:pt x="3354788" y="1598769"/>
                      <a:pt x="2942106" y="1733389"/>
                      <a:pt x="2705925" y="1786729"/>
                    </a:cubicBezTo>
                    <a:cubicBezTo>
                      <a:pt x="2484982" y="1836259"/>
                      <a:pt x="2125630" y="1914999"/>
                      <a:pt x="2060871" y="1922619"/>
                    </a:cubicBezTo>
                    <a:cubicBezTo>
                      <a:pt x="2050713" y="1923889"/>
                      <a:pt x="2051983" y="1921349"/>
                      <a:pt x="2041824" y="1922619"/>
                    </a:cubicBezTo>
                    <a:cubicBezTo>
                      <a:pt x="1979604" y="1931509"/>
                      <a:pt x="1446292" y="2075019"/>
                      <a:pt x="1445022" y="2075019"/>
                    </a:cubicBezTo>
                    <a:cubicBezTo>
                      <a:pt x="1443752" y="2075019"/>
                      <a:pt x="1418357" y="2078829"/>
                      <a:pt x="1405659" y="2080099"/>
                    </a:cubicBezTo>
                    <a:cubicBezTo>
                      <a:pt x="1392961" y="2081369"/>
                      <a:pt x="1368835" y="2085179"/>
                      <a:pt x="1367565" y="2085179"/>
                    </a:cubicBezTo>
                    <a:cubicBezTo>
                      <a:pt x="1367565" y="2085179"/>
                      <a:pt x="1342169" y="2082639"/>
                      <a:pt x="1329471" y="2080099"/>
                    </a:cubicBezTo>
                    <a:cubicBezTo>
                      <a:pt x="1316773" y="2078829"/>
                      <a:pt x="1292647" y="2076289"/>
                      <a:pt x="1291378" y="2076289"/>
                    </a:cubicBezTo>
                    <a:cubicBezTo>
                      <a:pt x="1291378" y="2076289"/>
                      <a:pt x="1267251" y="2067399"/>
                      <a:pt x="1255823" y="2062319"/>
                    </a:cubicBezTo>
                    <a:cubicBezTo>
                      <a:pt x="1243125" y="2058509"/>
                      <a:pt x="1220269" y="2049619"/>
                      <a:pt x="1218999" y="2049619"/>
                    </a:cubicBezTo>
                    <a:cubicBezTo>
                      <a:pt x="1218999" y="2049619"/>
                      <a:pt x="1198683" y="2034379"/>
                      <a:pt x="1187255" y="2028029"/>
                    </a:cubicBezTo>
                    <a:cubicBezTo>
                      <a:pt x="1177096" y="2020409"/>
                      <a:pt x="1156780" y="2006439"/>
                      <a:pt x="1155510" y="2006439"/>
                    </a:cubicBezTo>
                    <a:cubicBezTo>
                      <a:pt x="1155510" y="2005169"/>
                      <a:pt x="1147891" y="1987389"/>
                      <a:pt x="1137733" y="1986119"/>
                    </a:cubicBezTo>
                    <a:cubicBezTo>
                      <a:pt x="1107258" y="1983579"/>
                      <a:pt x="925678" y="2158839"/>
                      <a:pt x="925678" y="2158839"/>
                    </a:cubicBezTo>
                    <a:cubicBezTo>
                      <a:pt x="924408" y="2158839"/>
                      <a:pt x="924408" y="2158839"/>
                      <a:pt x="924408" y="2158839"/>
                    </a:cubicBezTo>
                    <a:cubicBezTo>
                      <a:pt x="924408" y="2158839"/>
                      <a:pt x="900282" y="2174079"/>
                      <a:pt x="887584" y="2181699"/>
                    </a:cubicBezTo>
                    <a:cubicBezTo>
                      <a:pt x="874886" y="2189319"/>
                      <a:pt x="849490" y="2204559"/>
                      <a:pt x="849490" y="2204559"/>
                    </a:cubicBezTo>
                    <a:cubicBezTo>
                      <a:pt x="848220" y="2204559"/>
                      <a:pt x="821555" y="2213449"/>
                      <a:pt x="807587" y="2218529"/>
                    </a:cubicBezTo>
                    <a:cubicBezTo>
                      <a:pt x="793619" y="2222339"/>
                      <a:pt x="765684" y="2231229"/>
                      <a:pt x="764414" y="2231229"/>
                    </a:cubicBezTo>
                    <a:cubicBezTo>
                      <a:pt x="764414" y="2231229"/>
                      <a:pt x="735209" y="2233769"/>
                      <a:pt x="721241" y="2233769"/>
                    </a:cubicBezTo>
                    <a:cubicBezTo>
                      <a:pt x="706004" y="2235039"/>
                      <a:pt x="676798" y="2237579"/>
                      <a:pt x="676798" y="2237579"/>
                    </a:cubicBezTo>
                    <a:cubicBezTo>
                      <a:pt x="675529" y="2237579"/>
                      <a:pt x="647593" y="2231229"/>
                      <a:pt x="632356" y="2228689"/>
                    </a:cubicBezTo>
                    <a:cubicBezTo>
                      <a:pt x="618388" y="2226149"/>
                      <a:pt x="590453" y="2221069"/>
                      <a:pt x="589183" y="2221069"/>
                    </a:cubicBezTo>
                    <a:cubicBezTo>
                      <a:pt x="589183" y="2221069"/>
                      <a:pt x="562517" y="2209639"/>
                      <a:pt x="548550" y="2203289"/>
                    </a:cubicBezTo>
                    <a:cubicBezTo>
                      <a:pt x="535852" y="2196939"/>
                      <a:pt x="509186" y="2185509"/>
                      <a:pt x="507916" y="2185509"/>
                    </a:cubicBezTo>
                    <a:cubicBezTo>
                      <a:pt x="507916" y="2184239"/>
                      <a:pt x="485060" y="2166459"/>
                      <a:pt x="473632" y="2157569"/>
                    </a:cubicBezTo>
                    <a:cubicBezTo>
                      <a:pt x="462204" y="2148679"/>
                      <a:pt x="439347" y="2130899"/>
                      <a:pt x="438078" y="2130899"/>
                    </a:cubicBezTo>
                    <a:cubicBezTo>
                      <a:pt x="438078" y="2129629"/>
                      <a:pt x="420301" y="2106769"/>
                      <a:pt x="411412" y="2095339"/>
                    </a:cubicBezTo>
                    <a:cubicBezTo>
                      <a:pt x="402524" y="2083909"/>
                      <a:pt x="383477" y="2061049"/>
                      <a:pt x="383477" y="2061049"/>
                    </a:cubicBezTo>
                    <a:cubicBezTo>
                      <a:pt x="383477" y="2061049"/>
                      <a:pt x="369509" y="2030569"/>
                      <a:pt x="365700" y="2020409"/>
                    </a:cubicBezTo>
                    <a:cubicBezTo>
                      <a:pt x="363160" y="2015329"/>
                      <a:pt x="360620" y="2008979"/>
                      <a:pt x="359351" y="2007709"/>
                    </a:cubicBezTo>
                    <a:cubicBezTo>
                      <a:pt x="359351" y="2006439"/>
                      <a:pt x="358081" y="2006439"/>
                      <a:pt x="358081" y="2006439"/>
                    </a:cubicBezTo>
                    <a:cubicBezTo>
                      <a:pt x="354271" y="2002629"/>
                      <a:pt x="328876" y="1981039"/>
                      <a:pt x="327606" y="1981039"/>
                    </a:cubicBezTo>
                    <a:cubicBezTo>
                      <a:pt x="327606" y="1979769"/>
                      <a:pt x="312368" y="1959449"/>
                      <a:pt x="304750" y="1949289"/>
                    </a:cubicBezTo>
                    <a:cubicBezTo>
                      <a:pt x="297131" y="1937859"/>
                      <a:pt x="281893" y="1917539"/>
                      <a:pt x="281893" y="1917539"/>
                    </a:cubicBezTo>
                    <a:cubicBezTo>
                      <a:pt x="281893" y="1916269"/>
                      <a:pt x="271735" y="1892139"/>
                      <a:pt x="267926" y="1880709"/>
                    </a:cubicBezTo>
                    <a:cubicBezTo>
                      <a:pt x="264116" y="1871819"/>
                      <a:pt x="261577" y="1860389"/>
                      <a:pt x="257767" y="1857849"/>
                    </a:cubicBezTo>
                    <a:cubicBezTo>
                      <a:pt x="256498" y="1856579"/>
                      <a:pt x="255228" y="1856579"/>
                      <a:pt x="252688" y="1856579"/>
                    </a:cubicBezTo>
                    <a:cubicBezTo>
                      <a:pt x="246339" y="1854039"/>
                      <a:pt x="213325" y="1845149"/>
                      <a:pt x="213325" y="1845149"/>
                    </a:cubicBezTo>
                    <a:cubicBezTo>
                      <a:pt x="212055" y="1845149"/>
                      <a:pt x="189199" y="1831179"/>
                      <a:pt x="177770" y="1824829"/>
                    </a:cubicBezTo>
                    <a:cubicBezTo>
                      <a:pt x="165073" y="1818479"/>
                      <a:pt x="142216" y="1805779"/>
                      <a:pt x="140947" y="1804509"/>
                    </a:cubicBezTo>
                    <a:cubicBezTo>
                      <a:pt x="140947" y="1804509"/>
                      <a:pt x="120630" y="1786729"/>
                      <a:pt x="110472" y="1776569"/>
                    </a:cubicBezTo>
                    <a:cubicBezTo>
                      <a:pt x="100313" y="1767679"/>
                      <a:pt x="81266" y="1748629"/>
                      <a:pt x="81266" y="1748629"/>
                    </a:cubicBezTo>
                    <a:cubicBezTo>
                      <a:pt x="79997" y="1748629"/>
                      <a:pt x="66029" y="1725769"/>
                      <a:pt x="58410" y="1714339"/>
                    </a:cubicBezTo>
                    <a:cubicBezTo>
                      <a:pt x="50791" y="1702909"/>
                      <a:pt x="35554" y="1680049"/>
                      <a:pt x="35554" y="1680049"/>
                    </a:cubicBezTo>
                    <a:cubicBezTo>
                      <a:pt x="35554" y="1678779"/>
                      <a:pt x="26665" y="1653379"/>
                      <a:pt x="21586" y="1640679"/>
                    </a:cubicBezTo>
                    <a:cubicBezTo>
                      <a:pt x="17777" y="1627979"/>
                      <a:pt x="8888" y="1602579"/>
                      <a:pt x="8888" y="1601309"/>
                    </a:cubicBezTo>
                    <a:cubicBezTo>
                      <a:pt x="8888" y="1601309"/>
                      <a:pt x="6349" y="1574639"/>
                      <a:pt x="5079" y="1560669"/>
                    </a:cubicBezTo>
                    <a:cubicBezTo>
                      <a:pt x="2539" y="1546699"/>
                      <a:pt x="0" y="1520029"/>
                      <a:pt x="0" y="1520029"/>
                    </a:cubicBezTo>
                  </a:path>
                </a:pathLst>
              </a:custGeom>
              <a:solidFill>
                <a:srgbClr val="F9F9F9"/>
              </a:solidFill>
              <a:ln cap="sq">
                <a:noFill/>
                <a:prstDash val="solid"/>
                <a:miter/>
              </a:ln>
            </p:spPr>
          </p:sp>
        </p:grpSp>
        <p:grpSp>
          <p:nvGrpSpPr>
            <p:cNvPr name="Group 34" id="34"/>
            <p:cNvGrpSpPr/>
            <p:nvPr/>
          </p:nvGrpSpPr>
          <p:grpSpPr>
            <a:xfrm rot="0">
              <a:off x="650768" y="280247"/>
              <a:ext cx="7077182" cy="4279178"/>
              <a:chOff x="0" y="0"/>
              <a:chExt cx="1397962" cy="845270"/>
            </a:xfrm>
          </p:grpSpPr>
          <p:sp>
            <p:nvSpPr>
              <p:cNvPr name="Freeform 35" id="35"/>
              <p:cNvSpPr/>
              <p:nvPr/>
            </p:nvSpPr>
            <p:spPr>
              <a:xfrm flipH="false" flipV="false" rot="0">
                <a:off x="0" y="0"/>
                <a:ext cx="1397962" cy="845270"/>
              </a:xfrm>
              <a:custGeom>
                <a:avLst/>
                <a:gdLst/>
                <a:ahLst/>
                <a:cxnLst/>
                <a:rect r="r" b="b" t="t" l="l"/>
                <a:pathLst>
                  <a:path h="845270" w="1397962">
                    <a:moveTo>
                      <a:pt x="74387" y="0"/>
                    </a:moveTo>
                    <a:lnTo>
                      <a:pt x="1323575" y="0"/>
                    </a:lnTo>
                    <a:cubicBezTo>
                      <a:pt x="1364658" y="0"/>
                      <a:pt x="1397962" y="33304"/>
                      <a:pt x="1397962" y="74387"/>
                    </a:cubicBezTo>
                    <a:lnTo>
                      <a:pt x="1397962" y="770883"/>
                    </a:lnTo>
                    <a:cubicBezTo>
                      <a:pt x="1397962" y="811966"/>
                      <a:pt x="1364658" y="845270"/>
                      <a:pt x="1323575" y="845270"/>
                    </a:cubicBezTo>
                    <a:lnTo>
                      <a:pt x="74387" y="845270"/>
                    </a:lnTo>
                    <a:cubicBezTo>
                      <a:pt x="33304" y="845270"/>
                      <a:pt x="0" y="811966"/>
                      <a:pt x="0" y="770883"/>
                    </a:cubicBezTo>
                    <a:lnTo>
                      <a:pt x="0" y="74387"/>
                    </a:lnTo>
                    <a:cubicBezTo>
                      <a:pt x="0" y="33304"/>
                      <a:pt x="33304" y="0"/>
                      <a:pt x="74387" y="0"/>
                    </a:cubicBezTo>
                    <a:close/>
                  </a:path>
                </a:pathLst>
              </a:custGeom>
              <a:solidFill>
                <a:srgbClr val="BCF4B8"/>
              </a:solidFill>
            </p:spPr>
          </p:sp>
          <p:sp>
            <p:nvSpPr>
              <p:cNvPr name="TextBox 36" id="36"/>
              <p:cNvSpPr txBox="true"/>
              <p:nvPr/>
            </p:nvSpPr>
            <p:spPr>
              <a:xfrm>
                <a:off x="0" y="-47625"/>
                <a:ext cx="1397962" cy="892895"/>
              </a:xfrm>
              <a:prstGeom prst="rect">
                <a:avLst/>
              </a:prstGeom>
            </p:spPr>
            <p:txBody>
              <a:bodyPr anchor="ctr" rtlCol="false" tIns="50800" lIns="50800" bIns="50800" rIns="50800"/>
              <a:lstStyle/>
              <a:p>
                <a:pPr algn="ctr">
                  <a:lnSpc>
                    <a:spcPts val="3499"/>
                  </a:lnSpc>
                </a:pPr>
              </a:p>
            </p:txBody>
          </p:sp>
        </p:grpSp>
        <p:sp>
          <p:nvSpPr>
            <p:cNvPr name="TextBox 37" id="37"/>
            <p:cNvSpPr txBox="true"/>
            <p:nvPr/>
          </p:nvSpPr>
          <p:spPr>
            <a:xfrm rot="0">
              <a:off x="1147167" y="-47625"/>
              <a:ext cx="6084384" cy="4166659"/>
            </a:xfrm>
            <a:prstGeom prst="rect">
              <a:avLst/>
            </a:prstGeom>
          </p:spPr>
          <p:txBody>
            <a:bodyPr anchor="t" rtlCol="false" tIns="0" lIns="0" bIns="0" rIns="0">
              <a:spAutoFit/>
            </a:bodyPr>
            <a:lstStyle/>
            <a:p>
              <a:pPr algn="ctr">
                <a:lnSpc>
                  <a:spcPts val="3499"/>
                </a:lnSpc>
                <a:spcBef>
                  <a:spcPct val="0"/>
                </a:spcBef>
              </a:pPr>
            </a:p>
            <a:p>
              <a:pPr algn="ctr">
                <a:lnSpc>
                  <a:spcPts val="4199"/>
                </a:lnSpc>
                <a:spcBef>
                  <a:spcPct val="0"/>
                </a:spcBef>
              </a:pPr>
              <a:r>
                <a:rPr lang="en-US" sz="2999">
                  <a:solidFill>
                    <a:srgbClr val="0C4D0F"/>
                  </a:solidFill>
                  <a:latin typeface="Magnolia Script"/>
                  <a:ea typeface="Magnolia Script"/>
                  <a:cs typeface="Magnolia Script"/>
                  <a:sym typeface="Magnolia Script"/>
                </a:rPr>
                <a:t>Core Mission</a:t>
              </a:r>
            </a:p>
            <a:p>
              <a:pPr algn="ctr">
                <a:lnSpc>
                  <a:spcPts val="3499"/>
                </a:lnSpc>
                <a:spcBef>
                  <a:spcPct val="0"/>
                </a:spcBef>
              </a:pPr>
              <a:r>
                <a:rPr lang="en-US" sz="2499">
                  <a:solidFill>
                    <a:srgbClr val="0C4D0F"/>
                  </a:solidFill>
                  <a:latin typeface="Magnolia Script"/>
                  <a:ea typeface="Magnolia Script"/>
                  <a:cs typeface="Magnolia Script"/>
                  <a:sym typeface="Magnolia Script"/>
                </a:rPr>
                <a:t>Promoting healthy eating habits, reducing food wastage, and supporting responsible consumption aligned with SDG Goal 12</a:t>
              </a:r>
            </a:p>
          </p:txBody>
        </p:sp>
      </p:grpSp>
      <p:sp>
        <p:nvSpPr>
          <p:cNvPr name="Freeform 38" id="38"/>
          <p:cNvSpPr/>
          <p:nvPr/>
        </p:nvSpPr>
        <p:spPr>
          <a:xfrm flipH="false" flipV="false" rot="0">
            <a:off x="7872671" y="6174581"/>
            <a:ext cx="3319899" cy="3225925"/>
          </a:xfrm>
          <a:custGeom>
            <a:avLst/>
            <a:gdLst/>
            <a:ahLst/>
            <a:cxnLst/>
            <a:rect r="r" b="b" t="t" l="l"/>
            <a:pathLst>
              <a:path h="3225925" w="3319899">
                <a:moveTo>
                  <a:pt x="0" y="0"/>
                </a:moveTo>
                <a:lnTo>
                  <a:pt x="3319898" y="0"/>
                </a:lnTo>
                <a:lnTo>
                  <a:pt x="3319898" y="3225926"/>
                </a:lnTo>
                <a:lnTo>
                  <a:pt x="0" y="3225926"/>
                </a:lnTo>
                <a:lnTo>
                  <a:pt x="0" y="0"/>
                </a:lnTo>
                <a:close/>
              </a:path>
            </a:pathLst>
          </a:custGeom>
          <a:blipFill>
            <a:blip r:embed="rId3"/>
            <a:stretch>
              <a:fillRect l="0" t="-4852" r="-1901" b="-4187"/>
            </a:stretch>
          </a:blipFill>
        </p:spPr>
      </p:sp>
      <p:sp>
        <p:nvSpPr>
          <p:cNvPr name="TextBox 39" id="39"/>
          <p:cNvSpPr txBox="true"/>
          <p:nvPr/>
        </p:nvSpPr>
        <p:spPr>
          <a:xfrm rot="0">
            <a:off x="1604248" y="6213096"/>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Team Members</a:t>
            </a:r>
          </a:p>
        </p:txBody>
      </p:sp>
      <p:grpSp>
        <p:nvGrpSpPr>
          <p:cNvPr name="Group 40" id="40"/>
          <p:cNvGrpSpPr/>
          <p:nvPr/>
        </p:nvGrpSpPr>
        <p:grpSpPr>
          <a:xfrm rot="0">
            <a:off x="7371397" y="6646545"/>
            <a:ext cx="788670" cy="1691640"/>
            <a:chOff x="0" y="0"/>
            <a:chExt cx="1051560" cy="2255520"/>
          </a:xfrm>
        </p:grpSpPr>
        <p:sp>
          <p:nvSpPr>
            <p:cNvPr name="Freeform 41" id="41"/>
            <p:cNvSpPr/>
            <p:nvPr/>
          </p:nvSpPr>
          <p:spPr>
            <a:xfrm flipH="false" flipV="false" rot="0">
              <a:off x="42876" y="50244"/>
              <a:ext cx="956758" cy="2153447"/>
            </a:xfrm>
            <a:custGeom>
              <a:avLst/>
              <a:gdLst/>
              <a:ahLst/>
              <a:cxnLst/>
              <a:rect r="r" b="b" t="t" l="l"/>
              <a:pathLst>
                <a:path h="2153447" w="956758">
                  <a:moveTo>
                    <a:pt x="837234" y="625396"/>
                  </a:moveTo>
                  <a:cubicBezTo>
                    <a:pt x="820724" y="1439466"/>
                    <a:pt x="818184" y="1543606"/>
                    <a:pt x="827074" y="1614726"/>
                  </a:cubicBezTo>
                  <a:cubicBezTo>
                    <a:pt x="832154" y="1655366"/>
                    <a:pt x="844854" y="1676956"/>
                    <a:pt x="848664" y="1708706"/>
                  </a:cubicBezTo>
                  <a:cubicBezTo>
                    <a:pt x="852474" y="1740456"/>
                    <a:pt x="851204" y="1773476"/>
                    <a:pt x="847394" y="1805226"/>
                  </a:cubicBezTo>
                  <a:cubicBezTo>
                    <a:pt x="843584" y="1836976"/>
                    <a:pt x="834694" y="1868726"/>
                    <a:pt x="823264" y="1899206"/>
                  </a:cubicBezTo>
                  <a:cubicBezTo>
                    <a:pt x="811834" y="1928416"/>
                    <a:pt x="795324" y="1957626"/>
                    <a:pt x="777544" y="1984296"/>
                  </a:cubicBezTo>
                  <a:cubicBezTo>
                    <a:pt x="758494" y="2010966"/>
                    <a:pt x="735634" y="2035096"/>
                    <a:pt x="711504" y="2055416"/>
                  </a:cubicBezTo>
                  <a:cubicBezTo>
                    <a:pt x="687374" y="2077006"/>
                    <a:pt x="660704" y="2094786"/>
                    <a:pt x="631494" y="2110026"/>
                  </a:cubicBezTo>
                  <a:cubicBezTo>
                    <a:pt x="603554" y="2123996"/>
                    <a:pt x="571804" y="2135426"/>
                    <a:pt x="541324" y="2143046"/>
                  </a:cubicBezTo>
                  <a:cubicBezTo>
                    <a:pt x="509574" y="2150666"/>
                    <a:pt x="476554" y="2154476"/>
                    <a:pt x="444804" y="2153206"/>
                  </a:cubicBezTo>
                  <a:cubicBezTo>
                    <a:pt x="413054" y="2153206"/>
                    <a:pt x="380034" y="2148126"/>
                    <a:pt x="348284" y="2140506"/>
                  </a:cubicBezTo>
                  <a:cubicBezTo>
                    <a:pt x="317804" y="2132886"/>
                    <a:pt x="286054" y="2120186"/>
                    <a:pt x="258114" y="2104946"/>
                  </a:cubicBezTo>
                  <a:cubicBezTo>
                    <a:pt x="230174" y="2089706"/>
                    <a:pt x="203504" y="2070656"/>
                    <a:pt x="179374" y="2049066"/>
                  </a:cubicBezTo>
                  <a:cubicBezTo>
                    <a:pt x="155244" y="2027476"/>
                    <a:pt x="133654" y="2002076"/>
                    <a:pt x="115874" y="1975406"/>
                  </a:cubicBezTo>
                  <a:cubicBezTo>
                    <a:pt x="98094" y="1948736"/>
                    <a:pt x="84124" y="1930956"/>
                    <a:pt x="72694" y="1889046"/>
                  </a:cubicBezTo>
                  <a:cubicBezTo>
                    <a:pt x="47294" y="1798876"/>
                    <a:pt x="40944" y="1585516"/>
                    <a:pt x="47294" y="1429306"/>
                  </a:cubicBezTo>
                  <a:cubicBezTo>
                    <a:pt x="54914" y="1266746"/>
                    <a:pt x="104444" y="1086406"/>
                    <a:pt x="118414" y="931466"/>
                  </a:cubicBezTo>
                  <a:cubicBezTo>
                    <a:pt x="129844" y="796846"/>
                    <a:pt x="136194" y="556816"/>
                    <a:pt x="129844" y="555546"/>
                  </a:cubicBezTo>
                  <a:cubicBezTo>
                    <a:pt x="127304" y="554276"/>
                    <a:pt x="124764" y="591106"/>
                    <a:pt x="119684" y="591106"/>
                  </a:cubicBezTo>
                  <a:cubicBezTo>
                    <a:pt x="112064" y="591106"/>
                    <a:pt x="89204" y="504746"/>
                    <a:pt x="84124" y="460296"/>
                  </a:cubicBezTo>
                  <a:cubicBezTo>
                    <a:pt x="80314" y="417116"/>
                    <a:pt x="82854" y="368856"/>
                    <a:pt x="93014" y="325676"/>
                  </a:cubicBezTo>
                  <a:cubicBezTo>
                    <a:pt x="101904" y="282496"/>
                    <a:pt x="119684" y="239316"/>
                    <a:pt x="143814" y="201216"/>
                  </a:cubicBezTo>
                  <a:cubicBezTo>
                    <a:pt x="166674" y="163116"/>
                    <a:pt x="197154" y="126286"/>
                    <a:pt x="231444" y="98346"/>
                  </a:cubicBezTo>
                  <a:cubicBezTo>
                    <a:pt x="265734" y="69136"/>
                    <a:pt x="306374" y="45006"/>
                    <a:pt x="347014" y="29766"/>
                  </a:cubicBezTo>
                  <a:cubicBezTo>
                    <a:pt x="388924" y="13256"/>
                    <a:pt x="434644" y="3096"/>
                    <a:pt x="479094" y="556"/>
                  </a:cubicBezTo>
                  <a:cubicBezTo>
                    <a:pt x="523544" y="-1984"/>
                    <a:pt x="570534" y="4366"/>
                    <a:pt x="613714" y="15796"/>
                  </a:cubicBezTo>
                  <a:cubicBezTo>
                    <a:pt x="656894" y="28496"/>
                    <a:pt x="698804" y="48816"/>
                    <a:pt x="735634" y="72946"/>
                  </a:cubicBezTo>
                  <a:cubicBezTo>
                    <a:pt x="772464" y="98346"/>
                    <a:pt x="806754" y="131366"/>
                    <a:pt x="833424" y="166926"/>
                  </a:cubicBezTo>
                  <a:cubicBezTo>
                    <a:pt x="860094" y="202486"/>
                    <a:pt x="881684" y="244396"/>
                    <a:pt x="895654" y="286306"/>
                  </a:cubicBezTo>
                  <a:cubicBezTo>
                    <a:pt x="909624" y="328216"/>
                    <a:pt x="917244" y="375206"/>
                    <a:pt x="917244" y="419656"/>
                  </a:cubicBezTo>
                  <a:cubicBezTo>
                    <a:pt x="917244" y="464106"/>
                    <a:pt x="909624" y="511096"/>
                    <a:pt x="894384" y="553006"/>
                  </a:cubicBezTo>
                  <a:cubicBezTo>
                    <a:pt x="880414" y="594916"/>
                    <a:pt x="857554" y="636826"/>
                    <a:pt x="830884" y="672386"/>
                  </a:cubicBezTo>
                  <a:cubicBezTo>
                    <a:pt x="804214" y="707946"/>
                    <a:pt x="769924" y="739696"/>
                    <a:pt x="733094" y="765096"/>
                  </a:cubicBezTo>
                  <a:cubicBezTo>
                    <a:pt x="694994" y="789226"/>
                    <a:pt x="653084" y="809546"/>
                    <a:pt x="609904" y="820976"/>
                  </a:cubicBezTo>
                  <a:cubicBezTo>
                    <a:pt x="566724" y="832406"/>
                    <a:pt x="519734" y="837486"/>
                    <a:pt x="475284" y="834946"/>
                  </a:cubicBezTo>
                  <a:cubicBezTo>
                    <a:pt x="430834" y="832406"/>
                    <a:pt x="385114" y="820976"/>
                    <a:pt x="343204" y="804466"/>
                  </a:cubicBezTo>
                  <a:cubicBezTo>
                    <a:pt x="302564" y="787956"/>
                    <a:pt x="261924" y="763826"/>
                    <a:pt x="227634" y="734616"/>
                  </a:cubicBezTo>
                  <a:cubicBezTo>
                    <a:pt x="194614" y="705406"/>
                    <a:pt x="164134" y="669846"/>
                    <a:pt x="141274" y="631746"/>
                  </a:cubicBezTo>
                  <a:cubicBezTo>
                    <a:pt x="118414" y="592376"/>
                    <a:pt x="100634" y="549196"/>
                    <a:pt x="91744" y="506016"/>
                  </a:cubicBezTo>
                  <a:cubicBezTo>
                    <a:pt x="82854" y="461566"/>
                    <a:pt x="80314" y="414576"/>
                    <a:pt x="85394" y="370126"/>
                  </a:cubicBezTo>
                  <a:cubicBezTo>
                    <a:pt x="90474" y="326946"/>
                    <a:pt x="103174" y="281226"/>
                    <a:pt x="122224" y="240586"/>
                  </a:cubicBezTo>
                  <a:cubicBezTo>
                    <a:pt x="141274" y="199946"/>
                    <a:pt x="167944" y="160576"/>
                    <a:pt x="198424" y="128826"/>
                  </a:cubicBezTo>
                  <a:cubicBezTo>
                    <a:pt x="228904" y="97076"/>
                    <a:pt x="267004" y="69136"/>
                    <a:pt x="306374" y="47546"/>
                  </a:cubicBezTo>
                  <a:cubicBezTo>
                    <a:pt x="345744" y="27226"/>
                    <a:pt x="390194" y="11986"/>
                    <a:pt x="434644" y="5636"/>
                  </a:cubicBezTo>
                  <a:cubicBezTo>
                    <a:pt x="479094" y="-1984"/>
                    <a:pt x="526084" y="-714"/>
                    <a:pt x="569264" y="5636"/>
                  </a:cubicBezTo>
                  <a:cubicBezTo>
                    <a:pt x="613714" y="13256"/>
                    <a:pt x="658164" y="28496"/>
                    <a:pt x="697534" y="50086"/>
                  </a:cubicBezTo>
                  <a:cubicBezTo>
                    <a:pt x="736904" y="70406"/>
                    <a:pt x="773734" y="99616"/>
                    <a:pt x="804214" y="132636"/>
                  </a:cubicBezTo>
                  <a:cubicBezTo>
                    <a:pt x="834694" y="164386"/>
                    <a:pt x="858824" y="191056"/>
                    <a:pt x="879144" y="244396"/>
                  </a:cubicBezTo>
                  <a:cubicBezTo>
                    <a:pt x="919784" y="348536"/>
                    <a:pt x="954074" y="580946"/>
                    <a:pt x="956614" y="739696"/>
                  </a:cubicBezTo>
                  <a:cubicBezTo>
                    <a:pt x="959154" y="883206"/>
                    <a:pt x="927404" y="1012746"/>
                    <a:pt x="907084" y="1154986"/>
                  </a:cubicBezTo>
                  <a:cubicBezTo>
                    <a:pt x="885494" y="1303576"/>
                    <a:pt x="824534" y="1519476"/>
                    <a:pt x="827074" y="1614726"/>
                  </a:cubicBezTo>
                  <a:cubicBezTo>
                    <a:pt x="828344" y="1657906"/>
                    <a:pt x="844854" y="1676956"/>
                    <a:pt x="848664" y="1708706"/>
                  </a:cubicBezTo>
                  <a:cubicBezTo>
                    <a:pt x="852474" y="1740456"/>
                    <a:pt x="851204" y="1773476"/>
                    <a:pt x="847394" y="1805226"/>
                  </a:cubicBezTo>
                  <a:cubicBezTo>
                    <a:pt x="843584" y="1836976"/>
                    <a:pt x="834694" y="1868726"/>
                    <a:pt x="823264" y="1899206"/>
                  </a:cubicBezTo>
                  <a:cubicBezTo>
                    <a:pt x="811834" y="1928416"/>
                    <a:pt x="795324" y="1957626"/>
                    <a:pt x="777544" y="1984296"/>
                  </a:cubicBezTo>
                  <a:cubicBezTo>
                    <a:pt x="758494" y="2010966"/>
                    <a:pt x="735634" y="2035096"/>
                    <a:pt x="711504" y="2055416"/>
                  </a:cubicBezTo>
                  <a:cubicBezTo>
                    <a:pt x="687374" y="2077006"/>
                    <a:pt x="660704" y="2094786"/>
                    <a:pt x="631494" y="2110026"/>
                  </a:cubicBezTo>
                  <a:cubicBezTo>
                    <a:pt x="603554" y="2123996"/>
                    <a:pt x="571804" y="2135426"/>
                    <a:pt x="541324" y="2143046"/>
                  </a:cubicBezTo>
                  <a:cubicBezTo>
                    <a:pt x="509574" y="2150666"/>
                    <a:pt x="476554" y="2154476"/>
                    <a:pt x="444804" y="2153206"/>
                  </a:cubicBezTo>
                  <a:cubicBezTo>
                    <a:pt x="413054" y="2153206"/>
                    <a:pt x="380034" y="2148126"/>
                    <a:pt x="348284" y="2140506"/>
                  </a:cubicBezTo>
                  <a:cubicBezTo>
                    <a:pt x="317804" y="2132886"/>
                    <a:pt x="286054" y="2120186"/>
                    <a:pt x="258114" y="2104946"/>
                  </a:cubicBezTo>
                  <a:cubicBezTo>
                    <a:pt x="230174" y="2089706"/>
                    <a:pt x="203504" y="2070656"/>
                    <a:pt x="179374" y="2049066"/>
                  </a:cubicBezTo>
                  <a:cubicBezTo>
                    <a:pt x="155244" y="2027476"/>
                    <a:pt x="137464" y="2009696"/>
                    <a:pt x="115874" y="1975406"/>
                  </a:cubicBezTo>
                  <a:cubicBezTo>
                    <a:pt x="81584" y="1920796"/>
                    <a:pt x="26974" y="1842056"/>
                    <a:pt x="7924" y="1734106"/>
                  </a:cubicBezTo>
                  <a:cubicBezTo>
                    <a:pt x="-26366" y="1541066"/>
                    <a:pt x="61264" y="1092756"/>
                    <a:pt x="68884" y="889556"/>
                  </a:cubicBezTo>
                  <a:cubicBezTo>
                    <a:pt x="72694" y="776526"/>
                    <a:pt x="66344" y="690166"/>
                    <a:pt x="70154" y="625396"/>
                  </a:cubicBezTo>
                  <a:cubicBezTo>
                    <a:pt x="72694" y="586026"/>
                    <a:pt x="73964" y="563166"/>
                    <a:pt x="81584" y="533956"/>
                  </a:cubicBezTo>
                  <a:cubicBezTo>
                    <a:pt x="89204" y="503476"/>
                    <a:pt x="100634" y="474266"/>
                    <a:pt x="114604" y="447596"/>
                  </a:cubicBezTo>
                  <a:cubicBezTo>
                    <a:pt x="128574" y="419656"/>
                    <a:pt x="146354" y="394256"/>
                    <a:pt x="166674" y="371396"/>
                  </a:cubicBezTo>
                  <a:cubicBezTo>
                    <a:pt x="186994" y="348536"/>
                    <a:pt x="211124" y="326946"/>
                    <a:pt x="236524" y="309166"/>
                  </a:cubicBezTo>
                  <a:cubicBezTo>
                    <a:pt x="261924" y="292656"/>
                    <a:pt x="289864" y="277416"/>
                    <a:pt x="317804" y="267256"/>
                  </a:cubicBezTo>
                  <a:cubicBezTo>
                    <a:pt x="347014" y="255826"/>
                    <a:pt x="377494" y="248206"/>
                    <a:pt x="407974" y="244396"/>
                  </a:cubicBezTo>
                  <a:cubicBezTo>
                    <a:pt x="438454" y="240586"/>
                    <a:pt x="470204" y="240586"/>
                    <a:pt x="500684" y="244396"/>
                  </a:cubicBezTo>
                  <a:cubicBezTo>
                    <a:pt x="529894" y="248206"/>
                    <a:pt x="561644" y="255826"/>
                    <a:pt x="589584" y="267256"/>
                  </a:cubicBezTo>
                  <a:cubicBezTo>
                    <a:pt x="618794" y="277416"/>
                    <a:pt x="646734" y="292656"/>
                    <a:pt x="672134" y="309166"/>
                  </a:cubicBezTo>
                  <a:cubicBezTo>
                    <a:pt x="696264" y="326946"/>
                    <a:pt x="720394" y="348536"/>
                    <a:pt x="740714" y="371396"/>
                  </a:cubicBezTo>
                  <a:cubicBezTo>
                    <a:pt x="761034" y="394256"/>
                    <a:pt x="778814" y="419656"/>
                    <a:pt x="792784" y="447596"/>
                  </a:cubicBezTo>
                  <a:cubicBezTo>
                    <a:pt x="808024" y="474266"/>
                    <a:pt x="818184" y="503476"/>
                    <a:pt x="825804" y="533956"/>
                  </a:cubicBezTo>
                  <a:cubicBezTo>
                    <a:pt x="833424" y="563166"/>
                    <a:pt x="837234" y="625396"/>
                    <a:pt x="837234" y="625396"/>
                  </a:cubicBezTo>
                </a:path>
              </a:pathLst>
            </a:custGeom>
            <a:solidFill>
              <a:srgbClr val="F9F9F9"/>
            </a:solidFill>
            <a:ln cap="sq">
              <a:noFill/>
              <a:prstDash val="solid"/>
              <a:miter/>
            </a:ln>
          </p:spPr>
        </p:sp>
      </p:grpSp>
      <p:sp>
        <p:nvSpPr>
          <p:cNvPr name="Freeform 42" id="42"/>
          <p:cNvSpPr/>
          <p:nvPr/>
        </p:nvSpPr>
        <p:spPr>
          <a:xfrm flipH="false" flipV="false" rot="0">
            <a:off x="16802139" y="171608"/>
            <a:ext cx="914323" cy="971392"/>
          </a:xfrm>
          <a:custGeom>
            <a:avLst/>
            <a:gdLst/>
            <a:ahLst/>
            <a:cxnLst/>
            <a:rect r="r" b="b" t="t" l="l"/>
            <a:pathLst>
              <a:path h="971392" w="914323">
                <a:moveTo>
                  <a:pt x="0" y="0"/>
                </a:moveTo>
                <a:lnTo>
                  <a:pt x="914322" y="0"/>
                </a:lnTo>
                <a:lnTo>
                  <a:pt x="914322" y="971392"/>
                </a:lnTo>
                <a:lnTo>
                  <a:pt x="0" y="971392"/>
                </a:lnTo>
                <a:lnTo>
                  <a:pt x="0" y="0"/>
                </a:lnTo>
                <a:close/>
              </a:path>
            </a:pathLst>
          </a:custGeom>
          <a:blipFill>
            <a:blip r:embed="rId4"/>
            <a:stretch>
              <a:fillRect l="0" t="0" r="0" b="0"/>
            </a:stretch>
          </a:blipFill>
        </p:spPr>
      </p:sp>
      <p:sp>
        <p:nvSpPr>
          <p:cNvPr name="TextBox 43" id="43"/>
          <p:cNvSpPr txBox="true"/>
          <p:nvPr/>
        </p:nvSpPr>
        <p:spPr>
          <a:xfrm rot="0">
            <a:off x="4584421" y="1240806"/>
            <a:ext cx="9288702" cy="2023554"/>
          </a:xfrm>
          <a:prstGeom prst="rect">
            <a:avLst/>
          </a:prstGeom>
        </p:spPr>
        <p:txBody>
          <a:bodyPr anchor="t" rtlCol="false" tIns="0" lIns="0" bIns="0" rIns="0">
            <a:spAutoFit/>
          </a:bodyPr>
          <a:lstStyle/>
          <a:p>
            <a:pPr algn="ctr">
              <a:lnSpc>
                <a:spcPts val="8165"/>
              </a:lnSpc>
              <a:spcBef>
                <a:spcPct val="0"/>
              </a:spcBef>
            </a:pPr>
            <a:r>
              <a:rPr lang="en-US" sz="5832">
                <a:solidFill>
                  <a:srgbClr val="0C4D0F"/>
                </a:solidFill>
                <a:latin typeface="Magnolia Script"/>
                <a:ea typeface="Magnolia Script"/>
                <a:cs typeface="Magnolia Script"/>
                <a:sym typeface="Magnolia Script"/>
              </a:rPr>
              <a:t>NutriHealth</a:t>
            </a:r>
            <a:r>
              <a:rPr lang="en-US" sz="5832">
                <a:solidFill>
                  <a:srgbClr val="0C4D0F"/>
                </a:solidFill>
                <a:latin typeface="Magnolia Script"/>
                <a:ea typeface="Magnolia Script"/>
                <a:cs typeface="Magnolia Script"/>
                <a:sym typeface="Magnolia Script"/>
              </a:rPr>
              <a:t>: Nutrition &amp; Food Awareness Platform</a:t>
            </a:r>
          </a:p>
        </p:txBody>
      </p:sp>
      <p:sp>
        <p:nvSpPr>
          <p:cNvPr name="TextBox 44" id="44"/>
          <p:cNvSpPr txBox="true"/>
          <p:nvPr/>
        </p:nvSpPr>
        <p:spPr>
          <a:xfrm rot="0">
            <a:off x="2335529" y="6999464"/>
            <a:ext cx="4776550" cy="1273064"/>
          </a:xfrm>
          <a:prstGeom prst="rect">
            <a:avLst/>
          </a:prstGeom>
        </p:spPr>
        <p:txBody>
          <a:bodyPr anchor="t" rtlCol="false" tIns="0" lIns="0" bIns="0" rIns="0">
            <a:spAutoFit/>
          </a:bodyPr>
          <a:lstStyle/>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Kavish Batavia (SYCM2-36)</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Keval Gohil (SYCM2-38)</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Omkar Gorule (SYCM2-39)</a:t>
            </a:r>
          </a:p>
        </p:txBody>
      </p:sp>
      <p:sp>
        <p:nvSpPr>
          <p:cNvPr name="TextBox 45" id="45"/>
          <p:cNvSpPr txBox="true"/>
          <p:nvPr/>
        </p:nvSpPr>
        <p:spPr>
          <a:xfrm rot="0">
            <a:off x="5063444" y="3188319"/>
            <a:ext cx="8161113" cy="424054"/>
          </a:xfrm>
          <a:prstGeom prst="rect">
            <a:avLst/>
          </a:prstGeom>
        </p:spPr>
        <p:txBody>
          <a:bodyPr anchor="t" rtlCol="false" tIns="0" lIns="0" bIns="0" rIns="0">
            <a:spAutoFit/>
          </a:bodyPr>
          <a:lstStyle/>
          <a:p>
            <a:pPr algn="ctr">
              <a:lnSpc>
                <a:spcPts val="3401"/>
              </a:lnSpc>
              <a:spcBef>
                <a:spcPct val="0"/>
              </a:spcBef>
            </a:pPr>
            <a:r>
              <a:rPr lang="en-US" sz="2429">
                <a:solidFill>
                  <a:srgbClr val="000000"/>
                </a:solidFill>
                <a:latin typeface="Magnolia Script"/>
                <a:ea typeface="Magnolia Script"/>
                <a:cs typeface="Magnolia Script"/>
                <a:sym typeface="Magnolia Script"/>
              </a:rPr>
              <a:t> </a:t>
            </a:r>
            <a:r>
              <a:rPr lang="en-US" sz="2429">
                <a:solidFill>
                  <a:srgbClr val="0C4D0F"/>
                </a:solidFill>
                <a:latin typeface="Magnolia Script"/>
                <a:ea typeface="Magnolia Script"/>
                <a:cs typeface="Magnolia Script"/>
                <a:sym typeface="Magnolia Script"/>
              </a:rPr>
              <a:t>SDG 12 – Responsible Consumption and Production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grpSp>
        <p:nvGrpSpPr>
          <p:cNvPr name="Group 27" id="27"/>
          <p:cNvGrpSpPr/>
          <p:nvPr/>
        </p:nvGrpSpPr>
        <p:grpSpPr>
          <a:xfrm rot="0">
            <a:off x="1567555" y="2613978"/>
            <a:ext cx="15119292" cy="3074829"/>
            <a:chOff x="0" y="0"/>
            <a:chExt cx="3982036" cy="809831"/>
          </a:xfrm>
        </p:grpSpPr>
        <p:sp>
          <p:nvSpPr>
            <p:cNvPr name="Freeform 28" id="28"/>
            <p:cNvSpPr/>
            <p:nvPr/>
          </p:nvSpPr>
          <p:spPr>
            <a:xfrm flipH="false" flipV="false" rot="0">
              <a:off x="0" y="0"/>
              <a:ext cx="3982036" cy="809831"/>
            </a:xfrm>
            <a:custGeom>
              <a:avLst/>
              <a:gdLst/>
              <a:ahLst/>
              <a:cxnLst/>
              <a:rect r="r" b="b" t="t" l="l"/>
              <a:pathLst>
                <a:path h="809831" w="3982036">
                  <a:moveTo>
                    <a:pt x="26115" y="0"/>
                  </a:moveTo>
                  <a:lnTo>
                    <a:pt x="3955921" y="0"/>
                  </a:lnTo>
                  <a:cubicBezTo>
                    <a:pt x="3970344" y="0"/>
                    <a:pt x="3982036" y="11692"/>
                    <a:pt x="3982036" y="26115"/>
                  </a:cubicBezTo>
                  <a:lnTo>
                    <a:pt x="3982036" y="783717"/>
                  </a:lnTo>
                  <a:cubicBezTo>
                    <a:pt x="3982036" y="790643"/>
                    <a:pt x="3979285" y="797285"/>
                    <a:pt x="3974387" y="802183"/>
                  </a:cubicBezTo>
                  <a:cubicBezTo>
                    <a:pt x="3969489" y="807080"/>
                    <a:pt x="3962847" y="809831"/>
                    <a:pt x="3955921" y="809831"/>
                  </a:cubicBezTo>
                  <a:lnTo>
                    <a:pt x="26115" y="809831"/>
                  </a:lnTo>
                  <a:cubicBezTo>
                    <a:pt x="11692" y="809831"/>
                    <a:pt x="0" y="798139"/>
                    <a:pt x="0" y="783717"/>
                  </a:cubicBezTo>
                  <a:lnTo>
                    <a:pt x="0" y="26115"/>
                  </a:lnTo>
                  <a:cubicBezTo>
                    <a:pt x="0" y="11692"/>
                    <a:pt x="11692" y="0"/>
                    <a:pt x="26115" y="0"/>
                  </a:cubicBezTo>
                  <a:close/>
                </a:path>
              </a:pathLst>
            </a:custGeom>
            <a:solidFill>
              <a:srgbClr val="BCF4B8"/>
            </a:solidFill>
          </p:spPr>
        </p:sp>
        <p:sp>
          <p:nvSpPr>
            <p:cNvPr name="TextBox 29" id="29"/>
            <p:cNvSpPr txBox="true"/>
            <p:nvPr/>
          </p:nvSpPr>
          <p:spPr>
            <a:xfrm>
              <a:off x="0" y="-47625"/>
              <a:ext cx="3982036" cy="857456"/>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0">
            <a:off x="1584354" y="6203156"/>
            <a:ext cx="15119292" cy="3019521"/>
            <a:chOff x="0" y="0"/>
            <a:chExt cx="3982036" cy="795265"/>
          </a:xfrm>
        </p:grpSpPr>
        <p:sp>
          <p:nvSpPr>
            <p:cNvPr name="Freeform 31" id="31"/>
            <p:cNvSpPr/>
            <p:nvPr/>
          </p:nvSpPr>
          <p:spPr>
            <a:xfrm flipH="false" flipV="false" rot="0">
              <a:off x="0" y="0"/>
              <a:ext cx="3982036" cy="795265"/>
            </a:xfrm>
            <a:custGeom>
              <a:avLst/>
              <a:gdLst/>
              <a:ahLst/>
              <a:cxnLst/>
              <a:rect r="r" b="b" t="t" l="l"/>
              <a:pathLst>
                <a:path h="795265" w="3982036">
                  <a:moveTo>
                    <a:pt x="26115" y="0"/>
                  </a:moveTo>
                  <a:lnTo>
                    <a:pt x="3955921" y="0"/>
                  </a:lnTo>
                  <a:cubicBezTo>
                    <a:pt x="3970344" y="0"/>
                    <a:pt x="3982036" y="11692"/>
                    <a:pt x="3982036" y="26115"/>
                  </a:cubicBezTo>
                  <a:lnTo>
                    <a:pt x="3982036" y="769150"/>
                  </a:lnTo>
                  <a:cubicBezTo>
                    <a:pt x="3982036" y="783573"/>
                    <a:pt x="3970344" y="795265"/>
                    <a:pt x="3955921" y="795265"/>
                  </a:cubicBezTo>
                  <a:lnTo>
                    <a:pt x="26115" y="795265"/>
                  </a:lnTo>
                  <a:cubicBezTo>
                    <a:pt x="11692" y="795265"/>
                    <a:pt x="0" y="783573"/>
                    <a:pt x="0" y="769150"/>
                  </a:cubicBezTo>
                  <a:lnTo>
                    <a:pt x="0" y="26115"/>
                  </a:lnTo>
                  <a:cubicBezTo>
                    <a:pt x="0" y="11692"/>
                    <a:pt x="11692" y="0"/>
                    <a:pt x="26115" y="0"/>
                  </a:cubicBezTo>
                  <a:close/>
                </a:path>
              </a:pathLst>
            </a:custGeom>
            <a:solidFill>
              <a:srgbClr val="BCF4B8"/>
            </a:solidFill>
          </p:spPr>
        </p:sp>
        <p:sp>
          <p:nvSpPr>
            <p:cNvPr name="TextBox 32" id="32"/>
            <p:cNvSpPr txBox="true"/>
            <p:nvPr/>
          </p:nvSpPr>
          <p:spPr>
            <a:xfrm>
              <a:off x="0" y="-47625"/>
              <a:ext cx="3982036" cy="842890"/>
            </a:xfrm>
            <a:prstGeom prst="rect">
              <a:avLst/>
            </a:prstGeom>
          </p:spPr>
          <p:txBody>
            <a:bodyPr anchor="ctr" rtlCol="false" tIns="50800" lIns="50800" bIns="50800" rIns="50800"/>
            <a:lstStyle/>
            <a:p>
              <a:pPr algn="ctr">
                <a:lnSpc>
                  <a:spcPts val="3499"/>
                </a:lnSpc>
              </a:pPr>
            </a:p>
          </p:txBody>
        </p:sp>
      </p:grpSp>
      <p:grpSp>
        <p:nvGrpSpPr>
          <p:cNvPr name="Group 33" id="33"/>
          <p:cNvGrpSpPr/>
          <p:nvPr/>
        </p:nvGrpSpPr>
        <p:grpSpPr>
          <a:xfrm rot="0">
            <a:off x="12240217" y="2807241"/>
            <a:ext cx="2746418" cy="2688301"/>
            <a:chOff x="0" y="0"/>
            <a:chExt cx="830371" cy="812800"/>
          </a:xfrm>
        </p:grpSpPr>
        <p:sp>
          <p:nvSpPr>
            <p:cNvPr name="Freeform 34" id="34"/>
            <p:cNvSpPr/>
            <p:nvPr/>
          </p:nvSpPr>
          <p:spPr>
            <a:xfrm flipH="false" flipV="false" rot="0">
              <a:off x="0" y="0"/>
              <a:ext cx="830371" cy="812800"/>
            </a:xfrm>
            <a:custGeom>
              <a:avLst/>
              <a:gdLst/>
              <a:ahLst/>
              <a:cxnLst/>
              <a:rect r="r" b="b" t="t" l="l"/>
              <a:pathLst>
                <a:path h="812800" w="830371">
                  <a:moveTo>
                    <a:pt x="415186" y="0"/>
                  </a:moveTo>
                  <a:cubicBezTo>
                    <a:pt x="185885" y="0"/>
                    <a:pt x="0" y="181951"/>
                    <a:pt x="0" y="406400"/>
                  </a:cubicBezTo>
                  <a:cubicBezTo>
                    <a:pt x="0" y="630849"/>
                    <a:pt x="185885" y="812800"/>
                    <a:pt x="415186" y="812800"/>
                  </a:cubicBezTo>
                  <a:cubicBezTo>
                    <a:pt x="644486" y="812800"/>
                    <a:pt x="830371" y="630849"/>
                    <a:pt x="830371" y="406400"/>
                  </a:cubicBezTo>
                  <a:cubicBezTo>
                    <a:pt x="830371" y="181951"/>
                    <a:pt x="644486" y="0"/>
                    <a:pt x="415186" y="0"/>
                  </a:cubicBezTo>
                  <a:close/>
                </a:path>
              </a:pathLst>
            </a:custGeom>
            <a:blipFill>
              <a:blip r:embed="rId3"/>
              <a:stretch>
                <a:fillRect l="0" t="-1080" r="0" b="-1080"/>
              </a:stretch>
            </a:blipFill>
          </p:spPr>
        </p:sp>
      </p:grpSp>
      <p:grpSp>
        <p:nvGrpSpPr>
          <p:cNvPr name="Group 35" id="35"/>
          <p:cNvGrpSpPr/>
          <p:nvPr/>
        </p:nvGrpSpPr>
        <p:grpSpPr>
          <a:xfrm rot="0">
            <a:off x="12259924" y="6368766"/>
            <a:ext cx="2746418" cy="2688301"/>
            <a:chOff x="0" y="0"/>
            <a:chExt cx="830371" cy="812800"/>
          </a:xfrm>
        </p:grpSpPr>
        <p:sp>
          <p:nvSpPr>
            <p:cNvPr name="Freeform 36" id="36"/>
            <p:cNvSpPr/>
            <p:nvPr/>
          </p:nvSpPr>
          <p:spPr>
            <a:xfrm flipH="false" flipV="false" rot="0">
              <a:off x="0" y="0"/>
              <a:ext cx="830371" cy="812800"/>
            </a:xfrm>
            <a:custGeom>
              <a:avLst/>
              <a:gdLst/>
              <a:ahLst/>
              <a:cxnLst/>
              <a:rect r="r" b="b" t="t" l="l"/>
              <a:pathLst>
                <a:path h="812800" w="830371">
                  <a:moveTo>
                    <a:pt x="415186" y="0"/>
                  </a:moveTo>
                  <a:cubicBezTo>
                    <a:pt x="185885" y="0"/>
                    <a:pt x="0" y="181951"/>
                    <a:pt x="0" y="406400"/>
                  </a:cubicBezTo>
                  <a:cubicBezTo>
                    <a:pt x="0" y="630849"/>
                    <a:pt x="185885" y="812800"/>
                    <a:pt x="415186" y="812800"/>
                  </a:cubicBezTo>
                  <a:cubicBezTo>
                    <a:pt x="644486" y="812800"/>
                    <a:pt x="830371" y="630849"/>
                    <a:pt x="830371" y="406400"/>
                  </a:cubicBezTo>
                  <a:cubicBezTo>
                    <a:pt x="830371" y="181951"/>
                    <a:pt x="644486" y="0"/>
                    <a:pt x="415186" y="0"/>
                  </a:cubicBezTo>
                  <a:close/>
                </a:path>
              </a:pathLst>
            </a:custGeom>
            <a:blipFill>
              <a:blip r:embed="rId4"/>
              <a:stretch>
                <a:fillRect l="0" t="-1080" r="0" b="-1080"/>
              </a:stretch>
            </a:blipFill>
          </p:spPr>
        </p:sp>
      </p:grpSp>
      <p:sp>
        <p:nvSpPr>
          <p:cNvPr name="TextBox 37" id="37"/>
          <p:cNvSpPr txBox="true"/>
          <p:nvPr/>
        </p:nvSpPr>
        <p:spPr>
          <a:xfrm rot="0">
            <a:off x="3966307" y="1313511"/>
            <a:ext cx="10684154" cy="976617"/>
          </a:xfrm>
          <a:prstGeom prst="rect">
            <a:avLst/>
          </a:prstGeom>
        </p:spPr>
        <p:txBody>
          <a:bodyPr anchor="t" rtlCol="false" tIns="0" lIns="0" bIns="0" rIns="0">
            <a:spAutoFit/>
          </a:bodyPr>
          <a:lstStyle/>
          <a:p>
            <a:pPr algn="ctr">
              <a:lnSpc>
                <a:spcPts val="8084"/>
              </a:lnSpc>
              <a:spcBef>
                <a:spcPct val="0"/>
              </a:spcBef>
            </a:pPr>
            <a:r>
              <a:rPr lang="en-US" sz="5774">
                <a:solidFill>
                  <a:srgbClr val="0C4D0F"/>
                </a:solidFill>
                <a:latin typeface="Magnolia Script"/>
                <a:ea typeface="Magnolia Script"/>
                <a:cs typeface="Magnolia Script"/>
                <a:sym typeface="Magnolia Script"/>
              </a:rPr>
              <a:t>Probl</a:t>
            </a:r>
            <a:r>
              <a:rPr lang="en-US" sz="5774">
                <a:solidFill>
                  <a:srgbClr val="0C4D0F"/>
                </a:solidFill>
                <a:latin typeface="Magnolia Script"/>
                <a:ea typeface="Magnolia Script"/>
                <a:cs typeface="Magnolia Script"/>
                <a:sym typeface="Magnolia Script"/>
              </a:rPr>
              <a:t>em Stat</a:t>
            </a:r>
            <a:r>
              <a:rPr lang="en-US" sz="5774">
                <a:solidFill>
                  <a:srgbClr val="0C4D0F"/>
                </a:solidFill>
                <a:latin typeface="Magnolia Script"/>
                <a:ea typeface="Magnolia Script"/>
                <a:cs typeface="Magnolia Script"/>
                <a:sym typeface="Magnolia Script"/>
              </a:rPr>
              <a:t>ement &amp; Motivation</a:t>
            </a:r>
          </a:p>
        </p:txBody>
      </p:sp>
      <p:sp>
        <p:nvSpPr>
          <p:cNvPr name="TextBox 38" id="38"/>
          <p:cNvSpPr txBox="true"/>
          <p:nvPr/>
        </p:nvSpPr>
        <p:spPr>
          <a:xfrm rot="0">
            <a:off x="756285" y="2814003"/>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Problem Statement</a:t>
            </a:r>
          </a:p>
        </p:txBody>
      </p:sp>
      <p:sp>
        <p:nvSpPr>
          <p:cNvPr name="TextBox 39" id="39"/>
          <p:cNvSpPr txBox="true"/>
          <p:nvPr/>
        </p:nvSpPr>
        <p:spPr>
          <a:xfrm rot="0">
            <a:off x="1028700" y="6500812"/>
            <a:ext cx="42895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Motivation</a:t>
            </a:r>
          </a:p>
        </p:txBody>
      </p:sp>
      <p:sp>
        <p:nvSpPr>
          <p:cNvPr name="TextBox 40" id="40"/>
          <p:cNvSpPr txBox="true"/>
          <p:nvPr/>
        </p:nvSpPr>
        <p:spPr>
          <a:xfrm rot="0">
            <a:off x="2090898" y="3495675"/>
            <a:ext cx="9295126" cy="2138554"/>
          </a:xfrm>
          <a:prstGeom prst="rect">
            <a:avLst/>
          </a:prstGeom>
        </p:spPr>
        <p:txBody>
          <a:bodyPr anchor="t" rtlCol="false" tIns="0" lIns="0" bIns="0" rIns="0">
            <a:spAutoFit/>
          </a:bodyPr>
          <a:lstStyle/>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Lack of awarenes</a:t>
            </a:r>
            <a:r>
              <a:rPr lang="en-US" sz="2429">
                <a:solidFill>
                  <a:srgbClr val="0C4D0F"/>
                </a:solidFill>
                <a:latin typeface="Magnolia Script"/>
                <a:ea typeface="Magnolia Script"/>
                <a:cs typeface="Magnolia Script"/>
                <a:sym typeface="Magnolia Script"/>
              </a:rPr>
              <a:t>s about nutritional value of packaged food</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Health issues due to improper dietary choices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Increase in food wastage</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No unified platform for nutrition guidance</a:t>
            </a:r>
          </a:p>
          <a:p>
            <a:pPr algn="l">
              <a:lnSpc>
                <a:spcPts val="3401"/>
              </a:lnSpc>
            </a:pPr>
          </a:p>
        </p:txBody>
      </p:sp>
      <p:sp>
        <p:nvSpPr>
          <p:cNvPr name="TextBox 41" id="41"/>
          <p:cNvSpPr txBox="true"/>
          <p:nvPr/>
        </p:nvSpPr>
        <p:spPr>
          <a:xfrm rot="0">
            <a:off x="2090898" y="7084123"/>
            <a:ext cx="9041350" cy="2138554"/>
          </a:xfrm>
          <a:prstGeom prst="rect">
            <a:avLst/>
          </a:prstGeom>
        </p:spPr>
        <p:txBody>
          <a:bodyPr anchor="t" rtlCol="false" tIns="0" lIns="0" bIns="0" rIns="0">
            <a:spAutoFit/>
          </a:bodyPr>
          <a:lstStyle/>
          <a:p>
            <a:pPr algn="just"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Address real-world health challenge</a:t>
            </a:r>
            <a:r>
              <a:rPr lang="en-US" sz="2429">
                <a:solidFill>
                  <a:srgbClr val="0C4D0F"/>
                </a:solidFill>
                <a:latin typeface="Magnolia Script"/>
                <a:ea typeface="Magnolia Script"/>
                <a:cs typeface="Magnolia Script"/>
                <a:sym typeface="Magnolia Script"/>
              </a:rPr>
              <a:t>s</a:t>
            </a:r>
          </a:p>
          <a:p>
            <a:pPr algn="just"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Encourage responsible consumption</a:t>
            </a:r>
          </a:p>
          <a:p>
            <a:pPr algn="just"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Reduce food wastage</a:t>
            </a:r>
          </a:p>
          <a:p>
            <a:pPr algn="just"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Support SDG 12 – Responsible Consumption and Production</a:t>
            </a:r>
          </a:p>
          <a:p>
            <a:pPr algn="just">
              <a:lnSpc>
                <a:spcPts val="3401"/>
              </a:lnSpc>
            </a:pPr>
          </a:p>
        </p:txBody>
      </p:sp>
      <p:sp>
        <p:nvSpPr>
          <p:cNvPr name="Freeform 42" id="42"/>
          <p:cNvSpPr/>
          <p:nvPr/>
        </p:nvSpPr>
        <p:spPr>
          <a:xfrm flipH="false" flipV="false" rot="0">
            <a:off x="16802139" y="171608"/>
            <a:ext cx="914323" cy="971392"/>
          </a:xfrm>
          <a:custGeom>
            <a:avLst/>
            <a:gdLst/>
            <a:ahLst/>
            <a:cxnLst/>
            <a:rect r="r" b="b" t="t" l="l"/>
            <a:pathLst>
              <a:path h="971392" w="914323">
                <a:moveTo>
                  <a:pt x="0" y="0"/>
                </a:moveTo>
                <a:lnTo>
                  <a:pt x="914322" y="0"/>
                </a:lnTo>
                <a:lnTo>
                  <a:pt x="914322" y="971392"/>
                </a:lnTo>
                <a:lnTo>
                  <a:pt x="0" y="971392"/>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grpSp>
        <p:nvGrpSpPr>
          <p:cNvPr name="Group 27" id="27"/>
          <p:cNvGrpSpPr/>
          <p:nvPr/>
        </p:nvGrpSpPr>
        <p:grpSpPr>
          <a:xfrm rot="0">
            <a:off x="6744436" y="4181350"/>
            <a:ext cx="4797504" cy="2138487"/>
            <a:chOff x="0" y="0"/>
            <a:chExt cx="1263540" cy="563223"/>
          </a:xfrm>
        </p:grpSpPr>
        <p:sp>
          <p:nvSpPr>
            <p:cNvPr name="Freeform 28" id="28"/>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29" id="29"/>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sp>
        <p:nvSpPr>
          <p:cNvPr name="TextBox 30" id="30"/>
          <p:cNvSpPr txBox="true"/>
          <p:nvPr/>
        </p:nvSpPr>
        <p:spPr>
          <a:xfrm rot="0">
            <a:off x="1912618" y="2375853"/>
            <a:ext cx="15123320" cy="1353185"/>
          </a:xfrm>
          <a:prstGeom prst="rect">
            <a:avLst/>
          </a:prstGeom>
        </p:spPr>
        <p:txBody>
          <a:bodyPr anchor="t" rtlCol="false" tIns="0" lIns="0" bIns="0" rIns="0">
            <a:spAutoFit/>
          </a:bodyPr>
          <a:lstStyle/>
          <a:p>
            <a:pPr algn="ctr">
              <a:lnSpc>
                <a:spcPts val="3640"/>
              </a:lnSpc>
              <a:spcBef>
                <a:spcPct val="0"/>
              </a:spcBef>
            </a:pPr>
            <a:r>
              <a:rPr lang="en-US" sz="2600">
                <a:solidFill>
                  <a:srgbClr val="327F35"/>
                </a:solidFill>
                <a:latin typeface="Magnolia Script"/>
                <a:ea typeface="Magnolia Script"/>
                <a:cs typeface="Magnolia Script"/>
                <a:sym typeface="Magnolia Script"/>
              </a:rPr>
              <a:t>NutriHealth is built upon</a:t>
            </a:r>
            <a:r>
              <a:rPr lang="en-US" sz="2600">
                <a:solidFill>
                  <a:srgbClr val="327F35"/>
                </a:solidFill>
                <a:latin typeface="Magnolia Script"/>
                <a:ea typeface="Magnolia Script"/>
                <a:cs typeface="Magnolia Script"/>
                <a:sym typeface="Magnolia Script"/>
              </a:rPr>
              <a:t> a robust Django framework, implementing the Model–View–Template (MVT) architecture pattern. The system integrates secure user authentication, comprehensive profile management, and real-time food data retrieval through the Open Food Facts API. </a:t>
            </a:r>
          </a:p>
        </p:txBody>
      </p:sp>
      <p:sp>
        <p:nvSpPr>
          <p:cNvPr name="TextBox 31" id="31"/>
          <p:cNvSpPr txBox="true"/>
          <p:nvPr/>
        </p:nvSpPr>
        <p:spPr>
          <a:xfrm rot="0">
            <a:off x="4584421" y="1250331"/>
            <a:ext cx="9196792" cy="976617"/>
          </a:xfrm>
          <a:prstGeom prst="rect">
            <a:avLst/>
          </a:prstGeom>
        </p:spPr>
        <p:txBody>
          <a:bodyPr anchor="t" rtlCol="false" tIns="0" lIns="0" bIns="0" rIns="0">
            <a:spAutoFit/>
          </a:bodyPr>
          <a:lstStyle/>
          <a:p>
            <a:pPr algn="ctr">
              <a:lnSpc>
                <a:spcPts val="8084"/>
              </a:lnSpc>
              <a:spcBef>
                <a:spcPct val="0"/>
              </a:spcBef>
            </a:pPr>
            <a:r>
              <a:rPr lang="en-US" sz="5774">
                <a:solidFill>
                  <a:srgbClr val="0C4D0F"/>
                </a:solidFill>
                <a:latin typeface="Magnolia Script"/>
                <a:ea typeface="Magnolia Script"/>
                <a:cs typeface="Magnolia Script"/>
                <a:sym typeface="Magnolia Script"/>
              </a:rPr>
              <a:t>T</a:t>
            </a:r>
            <a:r>
              <a:rPr lang="en-US" sz="5774">
                <a:solidFill>
                  <a:srgbClr val="0C4D0F"/>
                </a:solidFill>
                <a:latin typeface="Magnolia Script"/>
                <a:ea typeface="Magnolia Script"/>
                <a:cs typeface="Magnolia Script"/>
                <a:sym typeface="Magnolia Script"/>
              </a:rPr>
              <a:t>echnical</a:t>
            </a:r>
            <a:r>
              <a:rPr lang="en-US" sz="5774">
                <a:solidFill>
                  <a:srgbClr val="0C4D0F"/>
                </a:solidFill>
                <a:latin typeface="Magnolia Script"/>
                <a:ea typeface="Magnolia Script"/>
                <a:cs typeface="Magnolia Script"/>
                <a:sym typeface="Magnolia Script"/>
              </a:rPr>
              <a:t> Overview</a:t>
            </a:r>
          </a:p>
        </p:txBody>
      </p:sp>
      <p:grpSp>
        <p:nvGrpSpPr>
          <p:cNvPr name="Group 32" id="32"/>
          <p:cNvGrpSpPr/>
          <p:nvPr/>
        </p:nvGrpSpPr>
        <p:grpSpPr>
          <a:xfrm rot="0">
            <a:off x="1567555" y="4181350"/>
            <a:ext cx="4797504" cy="2138487"/>
            <a:chOff x="0" y="0"/>
            <a:chExt cx="1263540" cy="563223"/>
          </a:xfrm>
        </p:grpSpPr>
        <p:sp>
          <p:nvSpPr>
            <p:cNvPr name="Freeform 33" id="33"/>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34" id="34"/>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35" id="35"/>
          <p:cNvGrpSpPr/>
          <p:nvPr/>
        </p:nvGrpSpPr>
        <p:grpSpPr>
          <a:xfrm rot="0">
            <a:off x="11922940" y="4181350"/>
            <a:ext cx="4797504" cy="2138487"/>
            <a:chOff x="0" y="0"/>
            <a:chExt cx="1263540" cy="563223"/>
          </a:xfrm>
        </p:grpSpPr>
        <p:sp>
          <p:nvSpPr>
            <p:cNvPr name="Freeform 36" id="36"/>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37" id="37"/>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38" id="38"/>
          <p:cNvGrpSpPr/>
          <p:nvPr/>
        </p:nvGrpSpPr>
        <p:grpSpPr>
          <a:xfrm rot="0">
            <a:off x="6744436" y="6842760"/>
            <a:ext cx="4797504" cy="2138487"/>
            <a:chOff x="0" y="0"/>
            <a:chExt cx="1263540" cy="563223"/>
          </a:xfrm>
        </p:grpSpPr>
        <p:sp>
          <p:nvSpPr>
            <p:cNvPr name="Freeform 39" id="39"/>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40" id="40"/>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41" id="41"/>
          <p:cNvGrpSpPr/>
          <p:nvPr/>
        </p:nvGrpSpPr>
        <p:grpSpPr>
          <a:xfrm rot="0">
            <a:off x="1567555" y="6842760"/>
            <a:ext cx="4797504" cy="2138487"/>
            <a:chOff x="0" y="0"/>
            <a:chExt cx="1263540" cy="563223"/>
          </a:xfrm>
        </p:grpSpPr>
        <p:sp>
          <p:nvSpPr>
            <p:cNvPr name="Freeform 42" id="42"/>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43" id="43"/>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44" id="44"/>
          <p:cNvGrpSpPr/>
          <p:nvPr/>
        </p:nvGrpSpPr>
        <p:grpSpPr>
          <a:xfrm rot="0">
            <a:off x="11922940" y="6842760"/>
            <a:ext cx="4797504" cy="2138487"/>
            <a:chOff x="0" y="0"/>
            <a:chExt cx="1263540" cy="563223"/>
          </a:xfrm>
        </p:grpSpPr>
        <p:sp>
          <p:nvSpPr>
            <p:cNvPr name="Freeform 45" id="45"/>
            <p:cNvSpPr/>
            <p:nvPr/>
          </p:nvSpPr>
          <p:spPr>
            <a:xfrm flipH="false" flipV="false" rot="0">
              <a:off x="0" y="0"/>
              <a:ext cx="1263540" cy="563223"/>
            </a:xfrm>
            <a:custGeom>
              <a:avLst/>
              <a:gdLst/>
              <a:ahLst/>
              <a:cxnLst/>
              <a:rect r="r" b="b" t="t" l="l"/>
              <a:pathLst>
                <a:path h="563223" w="1263540">
                  <a:moveTo>
                    <a:pt x="82301" y="0"/>
                  </a:moveTo>
                  <a:lnTo>
                    <a:pt x="1181240" y="0"/>
                  </a:lnTo>
                  <a:cubicBezTo>
                    <a:pt x="1226693" y="0"/>
                    <a:pt x="1263540" y="36847"/>
                    <a:pt x="1263540" y="82301"/>
                  </a:cubicBezTo>
                  <a:lnTo>
                    <a:pt x="1263540" y="480922"/>
                  </a:lnTo>
                  <a:cubicBezTo>
                    <a:pt x="1263540" y="526376"/>
                    <a:pt x="1226693" y="563223"/>
                    <a:pt x="1181240" y="563223"/>
                  </a:cubicBezTo>
                  <a:lnTo>
                    <a:pt x="82301" y="563223"/>
                  </a:lnTo>
                  <a:cubicBezTo>
                    <a:pt x="36847" y="563223"/>
                    <a:pt x="0" y="526376"/>
                    <a:pt x="0" y="480922"/>
                  </a:cubicBezTo>
                  <a:lnTo>
                    <a:pt x="0" y="82301"/>
                  </a:lnTo>
                  <a:cubicBezTo>
                    <a:pt x="0" y="36847"/>
                    <a:pt x="36847" y="0"/>
                    <a:pt x="82301" y="0"/>
                  </a:cubicBezTo>
                  <a:close/>
                </a:path>
              </a:pathLst>
            </a:custGeom>
            <a:solidFill>
              <a:srgbClr val="BCF4B8"/>
            </a:solidFill>
          </p:spPr>
        </p:sp>
        <p:sp>
          <p:nvSpPr>
            <p:cNvPr name="TextBox 46" id="46"/>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sp>
        <p:nvSpPr>
          <p:cNvPr name="TextBox 47" id="47"/>
          <p:cNvSpPr txBox="true"/>
          <p:nvPr/>
        </p:nvSpPr>
        <p:spPr>
          <a:xfrm rot="0">
            <a:off x="1048941" y="4324097"/>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Health Profile</a:t>
            </a:r>
          </a:p>
        </p:txBody>
      </p:sp>
      <p:sp>
        <p:nvSpPr>
          <p:cNvPr name="TextBox 48" id="48"/>
          <p:cNvSpPr txBox="true"/>
          <p:nvPr/>
        </p:nvSpPr>
        <p:spPr>
          <a:xfrm rot="0">
            <a:off x="6180776" y="4324097"/>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Barcode Scan</a:t>
            </a:r>
          </a:p>
        </p:txBody>
      </p:sp>
      <p:sp>
        <p:nvSpPr>
          <p:cNvPr name="TextBox 49" id="49"/>
          <p:cNvSpPr txBox="true"/>
          <p:nvPr/>
        </p:nvSpPr>
        <p:spPr>
          <a:xfrm rot="0">
            <a:off x="11404521" y="4286949"/>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Product Analysis </a:t>
            </a:r>
          </a:p>
        </p:txBody>
      </p:sp>
      <p:sp>
        <p:nvSpPr>
          <p:cNvPr name="TextBox 50" id="50"/>
          <p:cNvSpPr txBox="true"/>
          <p:nvPr/>
        </p:nvSpPr>
        <p:spPr>
          <a:xfrm rot="0">
            <a:off x="1048941" y="7042785"/>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Diet Plan</a:t>
            </a:r>
          </a:p>
        </p:txBody>
      </p:sp>
      <p:sp>
        <p:nvSpPr>
          <p:cNvPr name="TextBox 51" id="51"/>
          <p:cNvSpPr txBox="true"/>
          <p:nvPr/>
        </p:nvSpPr>
        <p:spPr>
          <a:xfrm rot="0">
            <a:off x="6180776" y="6976110"/>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Alternatives</a:t>
            </a:r>
          </a:p>
        </p:txBody>
      </p:sp>
      <p:sp>
        <p:nvSpPr>
          <p:cNvPr name="TextBox 52" id="52"/>
          <p:cNvSpPr txBox="true"/>
          <p:nvPr/>
        </p:nvSpPr>
        <p:spPr>
          <a:xfrm rot="0">
            <a:off x="11404521" y="6976110"/>
            <a:ext cx="6004084" cy="505078"/>
          </a:xfrm>
          <a:prstGeom prst="rect">
            <a:avLst/>
          </a:prstGeom>
        </p:spPr>
        <p:txBody>
          <a:bodyPr anchor="t" rtlCol="false" tIns="0" lIns="0" bIns="0" rIns="0">
            <a:spAutoFit/>
          </a:bodyPr>
          <a:lstStyle/>
          <a:p>
            <a:pPr algn="ctr">
              <a:lnSpc>
                <a:spcPts val="4186"/>
              </a:lnSpc>
              <a:spcBef>
                <a:spcPct val="0"/>
              </a:spcBef>
            </a:pPr>
            <a:r>
              <a:rPr lang="en-US" sz="2990">
                <a:solidFill>
                  <a:srgbClr val="0C4D0F"/>
                </a:solidFill>
                <a:latin typeface="Magnolia Script"/>
                <a:ea typeface="Magnolia Script"/>
                <a:cs typeface="Magnolia Script"/>
                <a:sym typeface="Magnolia Script"/>
              </a:rPr>
              <a:t>Donate</a:t>
            </a:r>
          </a:p>
        </p:txBody>
      </p:sp>
      <p:sp>
        <p:nvSpPr>
          <p:cNvPr name="TextBox 53" id="53"/>
          <p:cNvSpPr txBox="true"/>
          <p:nvPr/>
        </p:nvSpPr>
        <p:spPr>
          <a:xfrm rot="0">
            <a:off x="2300621" y="4972050"/>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Store</a:t>
            </a:r>
            <a:r>
              <a:rPr lang="en-US" sz="2429">
                <a:solidFill>
                  <a:srgbClr val="0C4D0F"/>
                </a:solidFill>
                <a:latin typeface="Magnolia Script"/>
                <a:ea typeface="Magnolia Script"/>
                <a:cs typeface="Magnolia Script"/>
                <a:sym typeface="Magnolia Script"/>
              </a:rPr>
              <a:t>s user health and dietary data</a:t>
            </a:r>
          </a:p>
        </p:txBody>
      </p:sp>
      <p:sp>
        <p:nvSpPr>
          <p:cNvPr name="TextBox 54" id="54"/>
          <p:cNvSpPr txBox="true"/>
          <p:nvPr/>
        </p:nvSpPr>
        <p:spPr>
          <a:xfrm rot="0">
            <a:off x="7432456" y="4972050"/>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Scan</a:t>
            </a:r>
            <a:r>
              <a:rPr lang="en-US" sz="2429">
                <a:solidFill>
                  <a:srgbClr val="0C4D0F"/>
                </a:solidFill>
                <a:latin typeface="Magnolia Script"/>
                <a:ea typeface="Magnolia Script"/>
                <a:cs typeface="Magnolia Script"/>
                <a:sym typeface="Magnolia Script"/>
              </a:rPr>
              <a:t>s food product QR/barcodes</a:t>
            </a:r>
          </a:p>
        </p:txBody>
      </p:sp>
      <p:sp>
        <p:nvSpPr>
          <p:cNvPr name="TextBox 55" id="55"/>
          <p:cNvSpPr txBox="true"/>
          <p:nvPr/>
        </p:nvSpPr>
        <p:spPr>
          <a:xfrm rot="0">
            <a:off x="12564291" y="4934903"/>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Evaluate</a:t>
            </a:r>
            <a:r>
              <a:rPr lang="en-US" sz="2429">
                <a:solidFill>
                  <a:srgbClr val="0C4D0F"/>
                </a:solidFill>
                <a:latin typeface="Magnolia Script"/>
                <a:ea typeface="Magnolia Script"/>
                <a:cs typeface="Magnolia Script"/>
                <a:sym typeface="Magnolia Script"/>
              </a:rPr>
              <a:t>s nutrition and safety</a:t>
            </a:r>
          </a:p>
        </p:txBody>
      </p:sp>
      <p:sp>
        <p:nvSpPr>
          <p:cNvPr name="TextBox 56" id="56"/>
          <p:cNvSpPr txBox="true"/>
          <p:nvPr/>
        </p:nvSpPr>
        <p:spPr>
          <a:xfrm rot="0">
            <a:off x="2300621" y="7626096"/>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Generate</a:t>
            </a:r>
            <a:r>
              <a:rPr lang="en-US" sz="2429">
                <a:solidFill>
                  <a:srgbClr val="0C4D0F"/>
                </a:solidFill>
                <a:latin typeface="Magnolia Script"/>
                <a:ea typeface="Magnolia Script"/>
                <a:cs typeface="Magnolia Script"/>
                <a:sym typeface="Magnolia Script"/>
              </a:rPr>
              <a:t>s personalized meal plans</a:t>
            </a:r>
          </a:p>
        </p:txBody>
      </p:sp>
      <p:sp>
        <p:nvSpPr>
          <p:cNvPr name="TextBox 57" id="57"/>
          <p:cNvSpPr txBox="true"/>
          <p:nvPr/>
        </p:nvSpPr>
        <p:spPr>
          <a:xfrm rot="0">
            <a:off x="7392827" y="7624063"/>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Suggest</a:t>
            </a:r>
            <a:r>
              <a:rPr lang="en-US" sz="2429">
                <a:solidFill>
                  <a:srgbClr val="0C4D0F"/>
                </a:solidFill>
                <a:latin typeface="Magnolia Script"/>
                <a:ea typeface="Magnolia Script"/>
                <a:cs typeface="Magnolia Script"/>
                <a:sym typeface="Magnolia Script"/>
              </a:rPr>
              <a:t>s healthier food options</a:t>
            </a:r>
          </a:p>
        </p:txBody>
      </p:sp>
      <p:sp>
        <p:nvSpPr>
          <p:cNvPr name="TextBox 58" id="58"/>
          <p:cNvSpPr txBox="true"/>
          <p:nvPr/>
        </p:nvSpPr>
        <p:spPr>
          <a:xfrm rot="0">
            <a:off x="12564291" y="7626096"/>
            <a:ext cx="3500723" cy="852679"/>
          </a:xfrm>
          <a:prstGeom prst="rect">
            <a:avLst/>
          </a:prstGeom>
        </p:spPr>
        <p:txBody>
          <a:bodyPr anchor="t" rtlCol="false" tIns="0" lIns="0" bIns="0" rIns="0">
            <a:spAutoFit/>
          </a:bodyPr>
          <a:lstStyle/>
          <a:p>
            <a:pPr algn="ctr">
              <a:lnSpc>
                <a:spcPts val="3401"/>
              </a:lnSpc>
            </a:pPr>
            <a:r>
              <a:rPr lang="en-US" sz="2429">
                <a:solidFill>
                  <a:srgbClr val="0C4D0F"/>
                </a:solidFill>
                <a:latin typeface="Magnolia Script"/>
                <a:ea typeface="Magnolia Script"/>
                <a:cs typeface="Magnolia Script"/>
                <a:sym typeface="Magnolia Script"/>
              </a:rPr>
              <a:t>En</a:t>
            </a:r>
            <a:r>
              <a:rPr lang="en-US" sz="2429">
                <a:solidFill>
                  <a:srgbClr val="0C4D0F"/>
                </a:solidFill>
                <a:latin typeface="Magnolia Script"/>
                <a:ea typeface="Magnolia Script"/>
                <a:cs typeface="Magnolia Script"/>
                <a:sym typeface="Magnolia Script"/>
              </a:rPr>
              <a:t>ables surplus food donation</a:t>
            </a:r>
          </a:p>
        </p:txBody>
      </p:sp>
      <p:sp>
        <p:nvSpPr>
          <p:cNvPr name="Freeform 59" id="59"/>
          <p:cNvSpPr/>
          <p:nvPr/>
        </p:nvSpPr>
        <p:spPr>
          <a:xfrm flipH="false" flipV="false" rot="0">
            <a:off x="16802139" y="171608"/>
            <a:ext cx="914323" cy="971392"/>
          </a:xfrm>
          <a:custGeom>
            <a:avLst/>
            <a:gdLst/>
            <a:ahLst/>
            <a:cxnLst/>
            <a:rect r="r" b="b" t="t" l="l"/>
            <a:pathLst>
              <a:path h="971392" w="914323">
                <a:moveTo>
                  <a:pt x="0" y="0"/>
                </a:moveTo>
                <a:lnTo>
                  <a:pt x="914322" y="0"/>
                </a:lnTo>
                <a:lnTo>
                  <a:pt x="914322" y="971392"/>
                </a:lnTo>
                <a:lnTo>
                  <a:pt x="0" y="971392"/>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sp>
        <p:nvSpPr>
          <p:cNvPr name="TextBox 27" id="27"/>
          <p:cNvSpPr txBox="true"/>
          <p:nvPr/>
        </p:nvSpPr>
        <p:spPr>
          <a:xfrm rot="0">
            <a:off x="4584421" y="1250331"/>
            <a:ext cx="9196792" cy="976617"/>
          </a:xfrm>
          <a:prstGeom prst="rect">
            <a:avLst/>
          </a:prstGeom>
        </p:spPr>
        <p:txBody>
          <a:bodyPr anchor="t" rtlCol="false" tIns="0" lIns="0" bIns="0" rIns="0">
            <a:spAutoFit/>
          </a:bodyPr>
          <a:lstStyle/>
          <a:p>
            <a:pPr algn="ctr">
              <a:lnSpc>
                <a:spcPts val="8084"/>
              </a:lnSpc>
              <a:spcBef>
                <a:spcPct val="0"/>
              </a:spcBef>
            </a:pPr>
            <a:r>
              <a:rPr lang="en-US" sz="5774">
                <a:solidFill>
                  <a:srgbClr val="0C4D0F"/>
                </a:solidFill>
                <a:latin typeface="Magnolia Script"/>
                <a:ea typeface="Magnolia Script"/>
                <a:cs typeface="Magnolia Script"/>
                <a:sym typeface="Magnolia Script"/>
              </a:rPr>
              <a:t>Implem</a:t>
            </a:r>
            <a:r>
              <a:rPr lang="en-US" sz="5774">
                <a:solidFill>
                  <a:srgbClr val="0C4D0F"/>
                </a:solidFill>
                <a:latin typeface="Magnolia Script"/>
                <a:ea typeface="Magnolia Script"/>
                <a:cs typeface="Magnolia Script"/>
                <a:sym typeface="Magnolia Script"/>
              </a:rPr>
              <a:t>entation Highl</a:t>
            </a:r>
            <a:r>
              <a:rPr lang="en-US" sz="5774">
                <a:solidFill>
                  <a:srgbClr val="0C4D0F"/>
                </a:solidFill>
                <a:latin typeface="Magnolia Script"/>
                <a:ea typeface="Magnolia Script"/>
                <a:cs typeface="Magnolia Script"/>
                <a:sym typeface="Magnolia Script"/>
              </a:rPr>
              <a:t>ights</a:t>
            </a:r>
          </a:p>
        </p:txBody>
      </p:sp>
      <p:grpSp>
        <p:nvGrpSpPr>
          <p:cNvPr name="Group 28" id="28"/>
          <p:cNvGrpSpPr/>
          <p:nvPr/>
        </p:nvGrpSpPr>
        <p:grpSpPr>
          <a:xfrm rot="0">
            <a:off x="1660727" y="2649601"/>
            <a:ext cx="15119292" cy="3074829"/>
            <a:chOff x="0" y="0"/>
            <a:chExt cx="3982036" cy="809831"/>
          </a:xfrm>
        </p:grpSpPr>
        <p:sp>
          <p:nvSpPr>
            <p:cNvPr name="Freeform 29" id="29"/>
            <p:cNvSpPr/>
            <p:nvPr/>
          </p:nvSpPr>
          <p:spPr>
            <a:xfrm flipH="false" flipV="false" rot="0">
              <a:off x="0" y="0"/>
              <a:ext cx="3982036" cy="809831"/>
            </a:xfrm>
            <a:custGeom>
              <a:avLst/>
              <a:gdLst/>
              <a:ahLst/>
              <a:cxnLst/>
              <a:rect r="r" b="b" t="t" l="l"/>
              <a:pathLst>
                <a:path h="809831" w="3982036">
                  <a:moveTo>
                    <a:pt x="26115" y="0"/>
                  </a:moveTo>
                  <a:lnTo>
                    <a:pt x="3955921" y="0"/>
                  </a:lnTo>
                  <a:cubicBezTo>
                    <a:pt x="3970344" y="0"/>
                    <a:pt x="3982036" y="11692"/>
                    <a:pt x="3982036" y="26115"/>
                  </a:cubicBezTo>
                  <a:lnTo>
                    <a:pt x="3982036" y="783717"/>
                  </a:lnTo>
                  <a:cubicBezTo>
                    <a:pt x="3982036" y="790643"/>
                    <a:pt x="3979285" y="797285"/>
                    <a:pt x="3974387" y="802183"/>
                  </a:cubicBezTo>
                  <a:cubicBezTo>
                    <a:pt x="3969489" y="807080"/>
                    <a:pt x="3962847" y="809831"/>
                    <a:pt x="3955921" y="809831"/>
                  </a:cubicBezTo>
                  <a:lnTo>
                    <a:pt x="26115" y="809831"/>
                  </a:lnTo>
                  <a:cubicBezTo>
                    <a:pt x="11692" y="809831"/>
                    <a:pt x="0" y="798139"/>
                    <a:pt x="0" y="783717"/>
                  </a:cubicBezTo>
                  <a:lnTo>
                    <a:pt x="0" y="26115"/>
                  </a:lnTo>
                  <a:cubicBezTo>
                    <a:pt x="0" y="11692"/>
                    <a:pt x="11692" y="0"/>
                    <a:pt x="26115" y="0"/>
                  </a:cubicBezTo>
                  <a:close/>
                </a:path>
              </a:pathLst>
            </a:custGeom>
            <a:solidFill>
              <a:srgbClr val="BCF4B8"/>
            </a:solidFill>
          </p:spPr>
        </p:sp>
        <p:sp>
          <p:nvSpPr>
            <p:cNvPr name="TextBox 30" id="30"/>
            <p:cNvSpPr txBox="true"/>
            <p:nvPr/>
          </p:nvSpPr>
          <p:spPr>
            <a:xfrm>
              <a:off x="0" y="-47625"/>
              <a:ext cx="3982036" cy="857456"/>
            </a:xfrm>
            <a:prstGeom prst="rect">
              <a:avLst/>
            </a:prstGeom>
          </p:spPr>
          <p:txBody>
            <a:bodyPr anchor="ctr" rtlCol="false" tIns="50800" lIns="50800" bIns="50800" rIns="50800"/>
            <a:lstStyle/>
            <a:p>
              <a:pPr algn="ctr">
                <a:lnSpc>
                  <a:spcPts val="3499"/>
                </a:lnSpc>
              </a:pPr>
            </a:p>
          </p:txBody>
        </p:sp>
      </p:grpSp>
      <p:grpSp>
        <p:nvGrpSpPr>
          <p:cNvPr name="Group 31" id="31"/>
          <p:cNvGrpSpPr/>
          <p:nvPr/>
        </p:nvGrpSpPr>
        <p:grpSpPr>
          <a:xfrm rot="0">
            <a:off x="1677526" y="6238779"/>
            <a:ext cx="15119292" cy="3019521"/>
            <a:chOff x="0" y="0"/>
            <a:chExt cx="3982036" cy="795265"/>
          </a:xfrm>
        </p:grpSpPr>
        <p:sp>
          <p:nvSpPr>
            <p:cNvPr name="Freeform 32" id="32"/>
            <p:cNvSpPr/>
            <p:nvPr/>
          </p:nvSpPr>
          <p:spPr>
            <a:xfrm flipH="false" flipV="false" rot="0">
              <a:off x="0" y="0"/>
              <a:ext cx="3982036" cy="795265"/>
            </a:xfrm>
            <a:custGeom>
              <a:avLst/>
              <a:gdLst/>
              <a:ahLst/>
              <a:cxnLst/>
              <a:rect r="r" b="b" t="t" l="l"/>
              <a:pathLst>
                <a:path h="795265" w="3982036">
                  <a:moveTo>
                    <a:pt x="26115" y="0"/>
                  </a:moveTo>
                  <a:lnTo>
                    <a:pt x="3955921" y="0"/>
                  </a:lnTo>
                  <a:cubicBezTo>
                    <a:pt x="3970344" y="0"/>
                    <a:pt x="3982036" y="11692"/>
                    <a:pt x="3982036" y="26115"/>
                  </a:cubicBezTo>
                  <a:lnTo>
                    <a:pt x="3982036" y="769150"/>
                  </a:lnTo>
                  <a:cubicBezTo>
                    <a:pt x="3982036" y="783573"/>
                    <a:pt x="3970344" y="795265"/>
                    <a:pt x="3955921" y="795265"/>
                  </a:cubicBezTo>
                  <a:lnTo>
                    <a:pt x="26115" y="795265"/>
                  </a:lnTo>
                  <a:cubicBezTo>
                    <a:pt x="11692" y="795265"/>
                    <a:pt x="0" y="783573"/>
                    <a:pt x="0" y="769150"/>
                  </a:cubicBezTo>
                  <a:lnTo>
                    <a:pt x="0" y="26115"/>
                  </a:lnTo>
                  <a:cubicBezTo>
                    <a:pt x="0" y="11692"/>
                    <a:pt x="11692" y="0"/>
                    <a:pt x="26115" y="0"/>
                  </a:cubicBezTo>
                  <a:close/>
                </a:path>
              </a:pathLst>
            </a:custGeom>
            <a:solidFill>
              <a:srgbClr val="BCF4B8"/>
            </a:solidFill>
          </p:spPr>
        </p:sp>
        <p:sp>
          <p:nvSpPr>
            <p:cNvPr name="TextBox 33" id="33"/>
            <p:cNvSpPr txBox="true"/>
            <p:nvPr/>
          </p:nvSpPr>
          <p:spPr>
            <a:xfrm>
              <a:off x="0" y="-47625"/>
              <a:ext cx="3982036" cy="842890"/>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1955207" y="2831495"/>
            <a:ext cx="14377586" cy="3092959"/>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Backend</a:t>
            </a:r>
            <a:r>
              <a:rPr lang="en-US" sz="3029">
                <a:solidFill>
                  <a:srgbClr val="0C4D0F"/>
                </a:solidFill>
                <a:latin typeface="Magnolia Script"/>
                <a:ea typeface="Magnolia Script"/>
                <a:cs typeface="Magnolia Script"/>
                <a:sym typeface="Magnolia Script"/>
              </a:rPr>
              <a:t> Implementation</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Developed using Django following the Model–View–Template (MVT) architecture for clear separation of logic, data, and UI</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Implements secure user authentication using Django’s built-in authentication system</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Uses Django ORM to perform database operations efficiently without writing raw SQL</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Ensures scalability, maintainability, and structured backend workflow</a:t>
            </a:r>
          </a:p>
          <a:p>
            <a:pPr algn="l">
              <a:lnSpc>
                <a:spcPts val="3401"/>
              </a:lnSpc>
            </a:pPr>
          </a:p>
        </p:txBody>
      </p:sp>
      <p:sp>
        <p:nvSpPr>
          <p:cNvPr name="TextBox 35" id="35"/>
          <p:cNvSpPr txBox="true"/>
          <p:nvPr/>
        </p:nvSpPr>
        <p:spPr>
          <a:xfrm rot="0">
            <a:off x="1955207" y="6348412"/>
            <a:ext cx="14377586" cy="2664334"/>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Data Hand</a:t>
            </a:r>
            <a:r>
              <a:rPr lang="en-US" sz="3029">
                <a:solidFill>
                  <a:srgbClr val="0C4D0F"/>
                </a:solidFill>
                <a:latin typeface="Magnolia Script"/>
                <a:ea typeface="Magnolia Script"/>
                <a:cs typeface="Magnolia Script"/>
                <a:sym typeface="Magnolia Script"/>
              </a:rPr>
              <a:t>ling</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Each</a:t>
            </a:r>
            <a:r>
              <a:rPr lang="en-US" sz="2429">
                <a:solidFill>
                  <a:srgbClr val="0C4D0F"/>
                </a:solidFill>
                <a:latin typeface="Magnolia Script"/>
                <a:ea typeface="Magnolia Script"/>
                <a:cs typeface="Magnolia Script"/>
                <a:sym typeface="Magnolia Script"/>
              </a:rPr>
              <a:t> user has a unique health profile linked to their account for personalized analysis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Food and nutrition data is fetched in real time using the Open Food Facts API</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Barcode scan details are stored as scan history for tracking user food consumption</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Structured data storage enables fast retrieval and accurate recommendations</a:t>
            </a:r>
          </a:p>
          <a:p>
            <a:pPr algn="l">
              <a:lnSpc>
                <a:spcPts val="3401"/>
              </a:lnSpc>
            </a:pPr>
          </a:p>
        </p:txBody>
      </p:sp>
      <p:sp>
        <p:nvSpPr>
          <p:cNvPr name="Freeform 36" id="36"/>
          <p:cNvSpPr/>
          <p:nvPr/>
        </p:nvSpPr>
        <p:spPr>
          <a:xfrm flipH="false" flipV="false" rot="0">
            <a:off x="16802139" y="171608"/>
            <a:ext cx="914323" cy="971392"/>
          </a:xfrm>
          <a:custGeom>
            <a:avLst/>
            <a:gdLst/>
            <a:ahLst/>
            <a:cxnLst/>
            <a:rect r="r" b="b" t="t" l="l"/>
            <a:pathLst>
              <a:path h="971392" w="914323">
                <a:moveTo>
                  <a:pt x="0" y="0"/>
                </a:moveTo>
                <a:lnTo>
                  <a:pt x="914322" y="0"/>
                </a:lnTo>
                <a:lnTo>
                  <a:pt x="914322" y="971392"/>
                </a:lnTo>
                <a:lnTo>
                  <a:pt x="0" y="971392"/>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sp>
        <p:nvSpPr>
          <p:cNvPr name="TextBox 27" id="27"/>
          <p:cNvSpPr txBox="true"/>
          <p:nvPr/>
        </p:nvSpPr>
        <p:spPr>
          <a:xfrm rot="0">
            <a:off x="4584421" y="1250331"/>
            <a:ext cx="9196792" cy="976617"/>
          </a:xfrm>
          <a:prstGeom prst="rect">
            <a:avLst/>
          </a:prstGeom>
        </p:spPr>
        <p:txBody>
          <a:bodyPr anchor="t" rtlCol="false" tIns="0" lIns="0" bIns="0" rIns="0">
            <a:spAutoFit/>
          </a:bodyPr>
          <a:lstStyle/>
          <a:p>
            <a:pPr algn="ctr">
              <a:lnSpc>
                <a:spcPts val="8084"/>
              </a:lnSpc>
              <a:spcBef>
                <a:spcPct val="0"/>
              </a:spcBef>
            </a:pPr>
            <a:r>
              <a:rPr lang="en-US" sz="5774">
                <a:solidFill>
                  <a:srgbClr val="0C4D0F"/>
                </a:solidFill>
                <a:latin typeface="Magnolia Script"/>
                <a:ea typeface="Magnolia Script"/>
                <a:cs typeface="Magnolia Script"/>
                <a:sym typeface="Magnolia Script"/>
              </a:rPr>
              <a:t>Tech</a:t>
            </a:r>
            <a:r>
              <a:rPr lang="en-US" sz="5774">
                <a:solidFill>
                  <a:srgbClr val="0C4D0F"/>
                </a:solidFill>
                <a:latin typeface="Magnolia Script"/>
                <a:ea typeface="Magnolia Script"/>
                <a:cs typeface="Magnolia Script"/>
                <a:sym typeface="Magnolia Script"/>
              </a:rPr>
              <a:t>nolog</a:t>
            </a:r>
            <a:r>
              <a:rPr lang="en-US" sz="5774">
                <a:solidFill>
                  <a:srgbClr val="0C4D0F"/>
                </a:solidFill>
                <a:latin typeface="Magnolia Script"/>
                <a:ea typeface="Magnolia Script"/>
                <a:cs typeface="Magnolia Script"/>
                <a:sym typeface="Magnolia Script"/>
              </a:rPr>
              <a:t>ies Used</a:t>
            </a:r>
          </a:p>
        </p:txBody>
      </p:sp>
      <p:grpSp>
        <p:nvGrpSpPr>
          <p:cNvPr name="Group 28" id="28"/>
          <p:cNvGrpSpPr/>
          <p:nvPr/>
        </p:nvGrpSpPr>
        <p:grpSpPr>
          <a:xfrm rot="0">
            <a:off x="9418202" y="2637986"/>
            <a:ext cx="6934991" cy="3091272"/>
            <a:chOff x="0" y="0"/>
            <a:chExt cx="1263540" cy="563223"/>
          </a:xfrm>
        </p:grpSpPr>
        <p:sp>
          <p:nvSpPr>
            <p:cNvPr name="Freeform 29" id="29"/>
            <p:cNvSpPr/>
            <p:nvPr/>
          </p:nvSpPr>
          <p:spPr>
            <a:xfrm flipH="false" flipV="false" rot="0">
              <a:off x="0" y="0"/>
              <a:ext cx="1263540" cy="563223"/>
            </a:xfrm>
            <a:custGeom>
              <a:avLst/>
              <a:gdLst/>
              <a:ahLst/>
              <a:cxnLst/>
              <a:rect r="r" b="b" t="t" l="l"/>
              <a:pathLst>
                <a:path h="563223" w="1263540">
                  <a:moveTo>
                    <a:pt x="56934" y="0"/>
                  </a:moveTo>
                  <a:lnTo>
                    <a:pt x="1206606" y="0"/>
                  </a:lnTo>
                  <a:cubicBezTo>
                    <a:pt x="1221706" y="0"/>
                    <a:pt x="1236187" y="5998"/>
                    <a:pt x="1246865" y="16676"/>
                  </a:cubicBezTo>
                  <a:cubicBezTo>
                    <a:pt x="1257542" y="27353"/>
                    <a:pt x="1263540" y="41834"/>
                    <a:pt x="1263540" y="56934"/>
                  </a:cubicBezTo>
                  <a:lnTo>
                    <a:pt x="1263540" y="506289"/>
                  </a:lnTo>
                  <a:cubicBezTo>
                    <a:pt x="1263540" y="521389"/>
                    <a:pt x="1257542" y="535870"/>
                    <a:pt x="1246865" y="546547"/>
                  </a:cubicBezTo>
                  <a:cubicBezTo>
                    <a:pt x="1236187" y="557225"/>
                    <a:pt x="1221706" y="563223"/>
                    <a:pt x="1206606" y="563223"/>
                  </a:cubicBezTo>
                  <a:lnTo>
                    <a:pt x="56934" y="563223"/>
                  </a:lnTo>
                  <a:cubicBezTo>
                    <a:pt x="41834" y="563223"/>
                    <a:pt x="27353" y="557225"/>
                    <a:pt x="16676" y="546547"/>
                  </a:cubicBezTo>
                  <a:cubicBezTo>
                    <a:pt x="5998" y="535870"/>
                    <a:pt x="0" y="521389"/>
                    <a:pt x="0" y="506289"/>
                  </a:cubicBezTo>
                  <a:lnTo>
                    <a:pt x="0" y="56934"/>
                  </a:lnTo>
                  <a:cubicBezTo>
                    <a:pt x="0" y="41834"/>
                    <a:pt x="5998" y="27353"/>
                    <a:pt x="16676" y="16676"/>
                  </a:cubicBezTo>
                  <a:cubicBezTo>
                    <a:pt x="27353" y="5998"/>
                    <a:pt x="41834" y="0"/>
                    <a:pt x="56934" y="0"/>
                  </a:cubicBezTo>
                  <a:close/>
                </a:path>
              </a:pathLst>
            </a:custGeom>
            <a:solidFill>
              <a:srgbClr val="BCF4B8"/>
            </a:solidFill>
          </p:spPr>
        </p:sp>
        <p:sp>
          <p:nvSpPr>
            <p:cNvPr name="TextBox 30" id="30"/>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31" id="31"/>
          <p:cNvGrpSpPr/>
          <p:nvPr/>
        </p:nvGrpSpPr>
        <p:grpSpPr>
          <a:xfrm rot="0">
            <a:off x="1934807" y="2637986"/>
            <a:ext cx="6934991" cy="3091272"/>
            <a:chOff x="0" y="0"/>
            <a:chExt cx="1263540" cy="563223"/>
          </a:xfrm>
        </p:grpSpPr>
        <p:sp>
          <p:nvSpPr>
            <p:cNvPr name="Freeform 32" id="32"/>
            <p:cNvSpPr/>
            <p:nvPr/>
          </p:nvSpPr>
          <p:spPr>
            <a:xfrm flipH="false" flipV="false" rot="0">
              <a:off x="0" y="0"/>
              <a:ext cx="1263540" cy="563223"/>
            </a:xfrm>
            <a:custGeom>
              <a:avLst/>
              <a:gdLst/>
              <a:ahLst/>
              <a:cxnLst/>
              <a:rect r="r" b="b" t="t" l="l"/>
              <a:pathLst>
                <a:path h="563223" w="1263540">
                  <a:moveTo>
                    <a:pt x="56934" y="0"/>
                  </a:moveTo>
                  <a:lnTo>
                    <a:pt x="1206606" y="0"/>
                  </a:lnTo>
                  <a:cubicBezTo>
                    <a:pt x="1221706" y="0"/>
                    <a:pt x="1236187" y="5998"/>
                    <a:pt x="1246865" y="16676"/>
                  </a:cubicBezTo>
                  <a:cubicBezTo>
                    <a:pt x="1257542" y="27353"/>
                    <a:pt x="1263540" y="41834"/>
                    <a:pt x="1263540" y="56934"/>
                  </a:cubicBezTo>
                  <a:lnTo>
                    <a:pt x="1263540" y="506289"/>
                  </a:lnTo>
                  <a:cubicBezTo>
                    <a:pt x="1263540" y="521389"/>
                    <a:pt x="1257542" y="535870"/>
                    <a:pt x="1246865" y="546547"/>
                  </a:cubicBezTo>
                  <a:cubicBezTo>
                    <a:pt x="1236187" y="557225"/>
                    <a:pt x="1221706" y="563223"/>
                    <a:pt x="1206606" y="563223"/>
                  </a:cubicBezTo>
                  <a:lnTo>
                    <a:pt x="56934" y="563223"/>
                  </a:lnTo>
                  <a:cubicBezTo>
                    <a:pt x="41834" y="563223"/>
                    <a:pt x="27353" y="557225"/>
                    <a:pt x="16676" y="546547"/>
                  </a:cubicBezTo>
                  <a:cubicBezTo>
                    <a:pt x="5998" y="535870"/>
                    <a:pt x="0" y="521389"/>
                    <a:pt x="0" y="506289"/>
                  </a:cubicBezTo>
                  <a:lnTo>
                    <a:pt x="0" y="56934"/>
                  </a:lnTo>
                  <a:cubicBezTo>
                    <a:pt x="0" y="41834"/>
                    <a:pt x="5998" y="27353"/>
                    <a:pt x="16676" y="16676"/>
                  </a:cubicBezTo>
                  <a:cubicBezTo>
                    <a:pt x="27353" y="5998"/>
                    <a:pt x="41834" y="0"/>
                    <a:pt x="56934" y="0"/>
                  </a:cubicBezTo>
                  <a:close/>
                </a:path>
              </a:pathLst>
            </a:custGeom>
            <a:solidFill>
              <a:srgbClr val="BCF4B8"/>
            </a:solidFill>
          </p:spPr>
        </p:sp>
        <p:sp>
          <p:nvSpPr>
            <p:cNvPr name="TextBox 33" id="33"/>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2350770" y="2781001"/>
            <a:ext cx="5982176" cy="3092959"/>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Backend</a:t>
            </a:r>
          </a:p>
          <a:p>
            <a:pPr algn="l" marL="524637" indent="-262318" lvl="1">
              <a:lnSpc>
                <a:spcPts val="3401"/>
              </a:lnSpc>
              <a:buFont typeface="Arial"/>
              <a:buChar char="•"/>
            </a:pPr>
            <a:r>
              <a:rPr lang="en-US" sz="2429">
                <a:solidFill>
                  <a:srgbClr val="0C4D0F"/>
                </a:solidFill>
                <a:latin typeface="Magnolia Script"/>
                <a:ea typeface="Magnolia Script"/>
                <a:cs typeface="Magnolia Script"/>
                <a:sym typeface="Magnolia Script"/>
              </a:rPr>
              <a:t>Py</a:t>
            </a:r>
            <a:r>
              <a:rPr lang="en-US" sz="2429">
                <a:solidFill>
                  <a:srgbClr val="0C4D0F"/>
                </a:solidFill>
                <a:latin typeface="Magnolia Script"/>
                <a:ea typeface="Magnolia Script"/>
                <a:cs typeface="Magnolia Script"/>
                <a:sym typeface="Magnolia Script"/>
              </a:rPr>
              <a:t>thon – Core programming language for application logic</a:t>
            </a:r>
          </a:p>
          <a:p>
            <a:pPr algn="l" marL="524637" indent="-262318" lvl="1">
              <a:lnSpc>
                <a:spcPts val="3401"/>
              </a:lnSpc>
              <a:buFont typeface="Arial"/>
              <a:buChar char="•"/>
            </a:pPr>
            <a:r>
              <a:rPr lang="en-US" sz="2429">
                <a:solidFill>
                  <a:srgbClr val="0C4D0F"/>
                </a:solidFill>
                <a:latin typeface="Magnolia Script"/>
                <a:ea typeface="Magnolia Script"/>
                <a:cs typeface="Magnolia Script"/>
                <a:sym typeface="Magnolia Script"/>
              </a:rPr>
              <a:t>Django – Web framework used for backend development, security, and scalability</a:t>
            </a:r>
          </a:p>
          <a:p>
            <a:pPr algn="l">
              <a:lnSpc>
                <a:spcPts val="3401"/>
              </a:lnSpc>
            </a:pPr>
          </a:p>
        </p:txBody>
      </p:sp>
      <p:sp>
        <p:nvSpPr>
          <p:cNvPr name="TextBox 35" id="35"/>
          <p:cNvSpPr txBox="true"/>
          <p:nvPr/>
        </p:nvSpPr>
        <p:spPr>
          <a:xfrm rot="0">
            <a:off x="9793723" y="2781001"/>
            <a:ext cx="5982176" cy="3092959"/>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Frontend</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HTML</a:t>
            </a:r>
            <a:r>
              <a:rPr lang="en-US" sz="2429">
                <a:solidFill>
                  <a:srgbClr val="0C4D0F"/>
                </a:solidFill>
                <a:latin typeface="Magnolia Script"/>
                <a:ea typeface="Magnolia Script"/>
                <a:cs typeface="Magnolia Script"/>
                <a:sym typeface="Magnolia Script"/>
              </a:rPr>
              <a:t> – Structure and layout of web pages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CSS – Styling and responsive design</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Bootstrap – Ensures a clean, mobile-friendly user interface</a:t>
            </a:r>
          </a:p>
          <a:p>
            <a:pPr algn="l">
              <a:lnSpc>
                <a:spcPts val="3401"/>
              </a:lnSpc>
            </a:pPr>
          </a:p>
        </p:txBody>
      </p:sp>
      <p:grpSp>
        <p:nvGrpSpPr>
          <p:cNvPr name="Group 36" id="36"/>
          <p:cNvGrpSpPr/>
          <p:nvPr/>
        </p:nvGrpSpPr>
        <p:grpSpPr>
          <a:xfrm rot="0">
            <a:off x="8555355" y="6574155"/>
            <a:ext cx="1101090" cy="1647825"/>
            <a:chOff x="0" y="0"/>
            <a:chExt cx="1468120" cy="2197100"/>
          </a:xfrm>
        </p:grpSpPr>
        <p:sp>
          <p:nvSpPr>
            <p:cNvPr name="Freeform 37" id="37"/>
            <p:cNvSpPr/>
            <p:nvPr/>
          </p:nvSpPr>
          <p:spPr>
            <a:xfrm flipH="false" flipV="false" rot="0">
              <a:off x="49186" y="49086"/>
              <a:ext cx="1364444" cy="2095945"/>
            </a:xfrm>
            <a:custGeom>
              <a:avLst/>
              <a:gdLst/>
              <a:ahLst/>
              <a:cxnLst/>
              <a:rect r="r" b="b" t="t" l="l"/>
              <a:pathLst>
                <a:path h="2095945" w="1364444">
                  <a:moveTo>
                    <a:pt x="1351624" y="607504"/>
                  </a:moveTo>
                  <a:cubicBezTo>
                    <a:pt x="1369404" y="958024"/>
                    <a:pt x="1370674" y="1309814"/>
                    <a:pt x="1342734" y="1469834"/>
                  </a:cubicBezTo>
                  <a:cubicBezTo>
                    <a:pt x="1326224" y="1562544"/>
                    <a:pt x="1305904" y="1617154"/>
                    <a:pt x="1275424" y="1684464"/>
                  </a:cubicBezTo>
                  <a:cubicBezTo>
                    <a:pt x="1246214" y="1749234"/>
                    <a:pt x="1209384" y="1812734"/>
                    <a:pt x="1163664" y="1866074"/>
                  </a:cubicBezTo>
                  <a:cubicBezTo>
                    <a:pt x="1116674" y="1919414"/>
                    <a:pt x="1059524" y="1967674"/>
                    <a:pt x="998564" y="2004504"/>
                  </a:cubicBezTo>
                  <a:cubicBezTo>
                    <a:pt x="937604" y="2040064"/>
                    <a:pt x="867754" y="2066734"/>
                    <a:pt x="799174" y="2081974"/>
                  </a:cubicBezTo>
                  <a:cubicBezTo>
                    <a:pt x="730594" y="2095944"/>
                    <a:pt x="655664" y="2099754"/>
                    <a:pt x="584544" y="2090864"/>
                  </a:cubicBezTo>
                  <a:cubicBezTo>
                    <a:pt x="514694" y="2083244"/>
                    <a:pt x="442304" y="2062924"/>
                    <a:pt x="378804" y="2032444"/>
                  </a:cubicBezTo>
                  <a:cubicBezTo>
                    <a:pt x="315304" y="2001964"/>
                    <a:pt x="253074" y="1960054"/>
                    <a:pt x="202274" y="1910524"/>
                  </a:cubicBezTo>
                  <a:cubicBezTo>
                    <a:pt x="151474" y="1860994"/>
                    <a:pt x="107024" y="1801304"/>
                    <a:pt x="74004" y="1739074"/>
                  </a:cubicBezTo>
                  <a:cubicBezTo>
                    <a:pt x="42254" y="1676844"/>
                    <a:pt x="18124" y="1604454"/>
                    <a:pt x="7964" y="1534604"/>
                  </a:cubicBezTo>
                  <a:cubicBezTo>
                    <a:pt x="-3466" y="1466024"/>
                    <a:pt x="-2196" y="1389824"/>
                    <a:pt x="9234" y="1321244"/>
                  </a:cubicBezTo>
                  <a:cubicBezTo>
                    <a:pt x="21934" y="1251394"/>
                    <a:pt x="46064" y="1180274"/>
                    <a:pt x="80354" y="1118044"/>
                  </a:cubicBezTo>
                  <a:cubicBezTo>
                    <a:pt x="113374" y="1057084"/>
                    <a:pt x="159094" y="997394"/>
                    <a:pt x="211164" y="949134"/>
                  </a:cubicBezTo>
                  <a:cubicBezTo>
                    <a:pt x="261964" y="900874"/>
                    <a:pt x="325464" y="858964"/>
                    <a:pt x="388964" y="829754"/>
                  </a:cubicBezTo>
                  <a:cubicBezTo>
                    <a:pt x="453734" y="801814"/>
                    <a:pt x="526124" y="781494"/>
                    <a:pt x="595974" y="775144"/>
                  </a:cubicBezTo>
                  <a:cubicBezTo>
                    <a:pt x="665824" y="767524"/>
                    <a:pt x="742024" y="772604"/>
                    <a:pt x="810604" y="787844"/>
                  </a:cubicBezTo>
                  <a:cubicBezTo>
                    <a:pt x="879184" y="804354"/>
                    <a:pt x="949034" y="832294"/>
                    <a:pt x="1008724" y="869124"/>
                  </a:cubicBezTo>
                  <a:cubicBezTo>
                    <a:pt x="1068414" y="905954"/>
                    <a:pt x="1125564" y="955484"/>
                    <a:pt x="1171284" y="1008824"/>
                  </a:cubicBezTo>
                  <a:cubicBezTo>
                    <a:pt x="1215734" y="1063434"/>
                    <a:pt x="1253834" y="1128204"/>
                    <a:pt x="1279234" y="1194244"/>
                  </a:cubicBezTo>
                  <a:cubicBezTo>
                    <a:pt x="1304634" y="1259014"/>
                    <a:pt x="1321144" y="1332674"/>
                    <a:pt x="1323684" y="1403794"/>
                  </a:cubicBezTo>
                  <a:cubicBezTo>
                    <a:pt x="1327494" y="1473644"/>
                    <a:pt x="1318604" y="1548574"/>
                    <a:pt x="1298284" y="1615884"/>
                  </a:cubicBezTo>
                  <a:cubicBezTo>
                    <a:pt x="1279234" y="1684464"/>
                    <a:pt x="1247484" y="1751774"/>
                    <a:pt x="1206844" y="1810194"/>
                  </a:cubicBezTo>
                  <a:cubicBezTo>
                    <a:pt x="1167474" y="1867344"/>
                    <a:pt x="1115404" y="1921954"/>
                    <a:pt x="1058254" y="1963864"/>
                  </a:cubicBezTo>
                  <a:cubicBezTo>
                    <a:pt x="1002374" y="2007044"/>
                    <a:pt x="935064" y="2041334"/>
                    <a:pt x="867754" y="2062924"/>
                  </a:cubicBezTo>
                  <a:cubicBezTo>
                    <a:pt x="801714" y="2084514"/>
                    <a:pt x="726784" y="2095944"/>
                    <a:pt x="656934" y="2095944"/>
                  </a:cubicBezTo>
                  <a:cubicBezTo>
                    <a:pt x="585814" y="2094674"/>
                    <a:pt x="512154" y="2081974"/>
                    <a:pt x="444844" y="2059114"/>
                  </a:cubicBezTo>
                  <a:cubicBezTo>
                    <a:pt x="378804" y="2036254"/>
                    <a:pt x="312764" y="2000694"/>
                    <a:pt x="256884" y="1957514"/>
                  </a:cubicBezTo>
                  <a:cubicBezTo>
                    <a:pt x="201004" y="1914334"/>
                    <a:pt x="150204" y="1859724"/>
                    <a:pt x="110834" y="1800034"/>
                  </a:cubicBezTo>
                  <a:cubicBezTo>
                    <a:pt x="71464" y="1741614"/>
                    <a:pt x="40984" y="1673034"/>
                    <a:pt x="23204" y="1605724"/>
                  </a:cubicBezTo>
                  <a:cubicBezTo>
                    <a:pt x="4154" y="1537144"/>
                    <a:pt x="-3466" y="1462214"/>
                    <a:pt x="1614" y="1392364"/>
                  </a:cubicBezTo>
                  <a:cubicBezTo>
                    <a:pt x="5424" y="1321244"/>
                    <a:pt x="37174" y="1260284"/>
                    <a:pt x="48604" y="1182814"/>
                  </a:cubicBezTo>
                  <a:cubicBezTo>
                    <a:pt x="63844" y="1090104"/>
                    <a:pt x="70194" y="978344"/>
                    <a:pt x="75274" y="871664"/>
                  </a:cubicBezTo>
                  <a:cubicBezTo>
                    <a:pt x="80354" y="758634"/>
                    <a:pt x="65114" y="612584"/>
                    <a:pt x="79084" y="522414"/>
                  </a:cubicBezTo>
                  <a:cubicBezTo>
                    <a:pt x="89244" y="461454"/>
                    <a:pt x="105754" y="420814"/>
                    <a:pt x="127344" y="375094"/>
                  </a:cubicBezTo>
                  <a:cubicBezTo>
                    <a:pt x="147664" y="328104"/>
                    <a:pt x="175604" y="282384"/>
                    <a:pt x="207354" y="243014"/>
                  </a:cubicBezTo>
                  <a:cubicBezTo>
                    <a:pt x="239104" y="202374"/>
                    <a:pt x="277204" y="165544"/>
                    <a:pt x="317844" y="133794"/>
                  </a:cubicBezTo>
                  <a:cubicBezTo>
                    <a:pt x="358484" y="102044"/>
                    <a:pt x="404204" y="75374"/>
                    <a:pt x="451194" y="55054"/>
                  </a:cubicBezTo>
                  <a:cubicBezTo>
                    <a:pt x="498184" y="33464"/>
                    <a:pt x="548984" y="18224"/>
                    <a:pt x="599784" y="9334"/>
                  </a:cubicBezTo>
                  <a:cubicBezTo>
                    <a:pt x="649314" y="444"/>
                    <a:pt x="702654" y="-2096"/>
                    <a:pt x="753454" y="1714"/>
                  </a:cubicBezTo>
                  <a:cubicBezTo>
                    <a:pt x="805524" y="4254"/>
                    <a:pt x="857594" y="14414"/>
                    <a:pt x="905854" y="30924"/>
                  </a:cubicBezTo>
                  <a:cubicBezTo>
                    <a:pt x="954114" y="46164"/>
                    <a:pt x="1003644" y="67754"/>
                    <a:pt x="1046824" y="94424"/>
                  </a:cubicBezTo>
                  <a:cubicBezTo>
                    <a:pt x="1090004" y="122364"/>
                    <a:pt x="1131914" y="155384"/>
                    <a:pt x="1167474" y="190944"/>
                  </a:cubicBezTo>
                  <a:cubicBezTo>
                    <a:pt x="1204304" y="227774"/>
                    <a:pt x="1236054" y="269684"/>
                    <a:pt x="1262724" y="314134"/>
                  </a:cubicBezTo>
                  <a:cubicBezTo>
                    <a:pt x="1288124" y="357314"/>
                    <a:pt x="1309714" y="406844"/>
                    <a:pt x="1324954" y="455104"/>
                  </a:cubicBezTo>
                  <a:cubicBezTo>
                    <a:pt x="1340194" y="504634"/>
                    <a:pt x="1351624" y="607504"/>
                    <a:pt x="1351624" y="607504"/>
                  </a:cubicBezTo>
                </a:path>
              </a:pathLst>
            </a:custGeom>
            <a:solidFill>
              <a:srgbClr val="F9F9F9"/>
            </a:solidFill>
            <a:ln cap="sq">
              <a:noFill/>
              <a:prstDash val="solid"/>
              <a:miter/>
            </a:ln>
          </p:spPr>
        </p:sp>
      </p:grpSp>
      <p:grpSp>
        <p:nvGrpSpPr>
          <p:cNvPr name="Group 38" id="38"/>
          <p:cNvGrpSpPr/>
          <p:nvPr/>
        </p:nvGrpSpPr>
        <p:grpSpPr>
          <a:xfrm rot="0">
            <a:off x="9418202" y="6485163"/>
            <a:ext cx="6934991" cy="3091272"/>
            <a:chOff x="0" y="0"/>
            <a:chExt cx="1263540" cy="563223"/>
          </a:xfrm>
        </p:grpSpPr>
        <p:sp>
          <p:nvSpPr>
            <p:cNvPr name="Freeform 39" id="39"/>
            <p:cNvSpPr/>
            <p:nvPr/>
          </p:nvSpPr>
          <p:spPr>
            <a:xfrm flipH="false" flipV="false" rot="0">
              <a:off x="0" y="0"/>
              <a:ext cx="1263540" cy="563223"/>
            </a:xfrm>
            <a:custGeom>
              <a:avLst/>
              <a:gdLst/>
              <a:ahLst/>
              <a:cxnLst/>
              <a:rect r="r" b="b" t="t" l="l"/>
              <a:pathLst>
                <a:path h="563223" w="1263540">
                  <a:moveTo>
                    <a:pt x="56934" y="0"/>
                  </a:moveTo>
                  <a:lnTo>
                    <a:pt x="1206606" y="0"/>
                  </a:lnTo>
                  <a:cubicBezTo>
                    <a:pt x="1221706" y="0"/>
                    <a:pt x="1236187" y="5998"/>
                    <a:pt x="1246865" y="16676"/>
                  </a:cubicBezTo>
                  <a:cubicBezTo>
                    <a:pt x="1257542" y="27353"/>
                    <a:pt x="1263540" y="41834"/>
                    <a:pt x="1263540" y="56934"/>
                  </a:cubicBezTo>
                  <a:lnTo>
                    <a:pt x="1263540" y="506289"/>
                  </a:lnTo>
                  <a:cubicBezTo>
                    <a:pt x="1263540" y="521389"/>
                    <a:pt x="1257542" y="535870"/>
                    <a:pt x="1246865" y="546547"/>
                  </a:cubicBezTo>
                  <a:cubicBezTo>
                    <a:pt x="1236187" y="557225"/>
                    <a:pt x="1221706" y="563223"/>
                    <a:pt x="1206606" y="563223"/>
                  </a:cubicBezTo>
                  <a:lnTo>
                    <a:pt x="56934" y="563223"/>
                  </a:lnTo>
                  <a:cubicBezTo>
                    <a:pt x="41834" y="563223"/>
                    <a:pt x="27353" y="557225"/>
                    <a:pt x="16676" y="546547"/>
                  </a:cubicBezTo>
                  <a:cubicBezTo>
                    <a:pt x="5998" y="535870"/>
                    <a:pt x="0" y="521389"/>
                    <a:pt x="0" y="506289"/>
                  </a:cubicBezTo>
                  <a:lnTo>
                    <a:pt x="0" y="56934"/>
                  </a:lnTo>
                  <a:cubicBezTo>
                    <a:pt x="0" y="41834"/>
                    <a:pt x="5998" y="27353"/>
                    <a:pt x="16676" y="16676"/>
                  </a:cubicBezTo>
                  <a:cubicBezTo>
                    <a:pt x="27353" y="5998"/>
                    <a:pt x="41834" y="0"/>
                    <a:pt x="56934" y="0"/>
                  </a:cubicBezTo>
                  <a:close/>
                </a:path>
              </a:pathLst>
            </a:custGeom>
            <a:solidFill>
              <a:srgbClr val="BCF4B8"/>
            </a:solidFill>
          </p:spPr>
        </p:sp>
        <p:sp>
          <p:nvSpPr>
            <p:cNvPr name="TextBox 40" id="40"/>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grpSp>
        <p:nvGrpSpPr>
          <p:cNvPr name="Group 41" id="41"/>
          <p:cNvGrpSpPr/>
          <p:nvPr/>
        </p:nvGrpSpPr>
        <p:grpSpPr>
          <a:xfrm rot="0">
            <a:off x="1934807" y="6485163"/>
            <a:ext cx="6934991" cy="3091272"/>
            <a:chOff x="0" y="0"/>
            <a:chExt cx="1263540" cy="563223"/>
          </a:xfrm>
        </p:grpSpPr>
        <p:sp>
          <p:nvSpPr>
            <p:cNvPr name="Freeform 42" id="42"/>
            <p:cNvSpPr/>
            <p:nvPr/>
          </p:nvSpPr>
          <p:spPr>
            <a:xfrm flipH="false" flipV="false" rot="0">
              <a:off x="0" y="0"/>
              <a:ext cx="1263540" cy="563223"/>
            </a:xfrm>
            <a:custGeom>
              <a:avLst/>
              <a:gdLst/>
              <a:ahLst/>
              <a:cxnLst/>
              <a:rect r="r" b="b" t="t" l="l"/>
              <a:pathLst>
                <a:path h="563223" w="1263540">
                  <a:moveTo>
                    <a:pt x="56934" y="0"/>
                  </a:moveTo>
                  <a:lnTo>
                    <a:pt x="1206606" y="0"/>
                  </a:lnTo>
                  <a:cubicBezTo>
                    <a:pt x="1221706" y="0"/>
                    <a:pt x="1236187" y="5998"/>
                    <a:pt x="1246865" y="16676"/>
                  </a:cubicBezTo>
                  <a:cubicBezTo>
                    <a:pt x="1257542" y="27353"/>
                    <a:pt x="1263540" y="41834"/>
                    <a:pt x="1263540" y="56934"/>
                  </a:cubicBezTo>
                  <a:lnTo>
                    <a:pt x="1263540" y="506289"/>
                  </a:lnTo>
                  <a:cubicBezTo>
                    <a:pt x="1263540" y="521389"/>
                    <a:pt x="1257542" y="535870"/>
                    <a:pt x="1246865" y="546547"/>
                  </a:cubicBezTo>
                  <a:cubicBezTo>
                    <a:pt x="1236187" y="557225"/>
                    <a:pt x="1221706" y="563223"/>
                    <a:pt x="1206606" y="563223"/>
                  </a:cubicBezTo>
                  <a:lnTo>
                    <a:pt x="56934" y="563223"/>
                  </a:lnTo>
                  <a:cubicBezTo>
                    <a:pt x="41834" y="563223"/>
                    <a:pt x="27353" y="557225"/>
                    <a:pt x="16676" y="546547"/>
                  </a:cubicBezTo>
                  <a:cubicBezTo>
                    <a:pt x="5998" y="535870"/>
                    <a:pt x="0" y="521389"/>
                    <a:pt x="0" y="506289"/>
                  </a:cubicBezTo>
                  <a:lnTo>
                    <a:pt x="0" y="56934"/>
                  </a:lnTo>
                  <a:cubicBezTo>
                    <a:pt x="0" y="41834"/>
                    <a:pt x="5998" y="27353"/>
                    <a:pt x="16676" y="16676"/>
                  </a:cubicBezTo>
                  <a:cubicBezTo>
                    <a:pt x="27353" y="5998"/>
                    <a:pt x="41834" y="0"/>
                    <a:pt x="56934" y="0"/>
                  </a:cubicBezTo>
                  <a:close/>
                </a:path>
              </a:pathLst>
            </a:custGeom>
            <a:solidFill>
              <a:srgbClr val="BCF4B8"/>
            </a:solidFill>
          </p:spPr>
        </p:sp>
        <p:sp>
          <p:nvSpPr>
            <p:cNvPr name="TextBox 43" id="43"/>
            <p:cNvSpPr txBox="true"/>
            <p:nvPr/>
          </p:nvSpPr>
          <p:spPr>
            <a:xfrm>
              <a:off x="0" y="-47625"/>
              <a:ext cx="1263540" cy="610848"/>
            </a:xfrm>
            <a:prstGeom prst="rect">
              <a:avLst/>
            </a:prstGeom>
          </p:spPr>
          <p:txBody>
            <a:bodyPr anchor="ctr" rtlCol="false" tIns="50800" lIns="50800" bIns="50800" rIns="50800"/>
            <a:lstStyle/>
            <a:p>
              <a:pPr algn="ctr">
                <a:lnSpc>
                  <a:spcPts val="3499"/>
                </a:lnSpc>
              </a:pPr>
            </a:p>
          </p:txBody>
        </p:sp>
      </p:grpSp>
      <p:sp>
        <p:nvSpPr>
          <p:cNvPr name="TextBox 44" id="44"/>
          <p:cNvSpPr txBox="true"/>
          <p:nvPr/>
        </p:nvSpPr>
        <p:spPr>
          <a:xfrm rot="0">
            <a:off x="2350770" y="6670057"/>
            <a:ext cx="5982176" cy="2664334"/>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Database</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SQLi</a:t>
            </a:r>
            <a:r>
              <a:rPr lang="en-US" sz="2429">
                <a:solidFill>
                  <a:srgbClr val="0C4D0F"/>
                </a:solidFill>
                <a:latin typeface="Magnolia Script"/>
                <a:ea typeface="Magnolia Script"/>
                <a:cs typeface="Magnolia Script"/>
                <a:sym typeface="Magnolia Script"/>
              </a:rPr>
              <a:t>te –Lightweight relational database used for storing user, health, and food data</a:t>
            </a:r>
          </a:p>
          <a:p>
            <a:pPr algn="l" marL="524637" indent="-262318" lvl="1">
              <a:lnSpc>
                <a:spcPts val="3401"/>
              </a:lnSpc>
              <a:buFont typeface="Arial"/>
              <a:buChar char="•"/>
            </a:pPr>
            <a:r>
              <a:rPr lang="en-US" sz="2429">
                <a:solidFill>
                  <a:srgbClr val="0C4D0F"/>
                </a:solidFill>
                <a:latin typeface="Magnolia Script"/>
                <a:ea typeface="Magnolia Script"/>
                <a:cs typeface="Magnolia Script"/>
                <a:sym typeface="Magnolia Script"/>
              </a:rPr>
              <a:t>Provides fast access and seamless integration with Django ORM</a:t>
            </a:r>
          </a:p>
        </p:txBody>
      </p:sp>
      <p:sp>
        <p:nvSpPr>
          <p:cNvPr name="TextBox 45" id="45"/>
          <p:cNvSpPr txBox="true"/>
          <p:nvPr/>
        </p:nvSpPr>
        <p:spPr>
          <a:xfrm rot="0">
            <a:off x="9793723" y="6614160"/>
            <a:ext cx="5982176" cy="3092959"/>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APIs &amp; Tools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Op</a:t>
            </a:r>
            <a:r>
              <a:rPr lang="en-US" sz="2429">
                <a:solidFill>
                  <a:srgbClr val="0C4D0F"/>
                </a:solidFill>
                <a:latin typeface="Magnolia Script"/>
                <a:ea typeface="Magnolia Script"/>
                <a:cs typeface="Magnolia Script"/>
                <a:sym typeface="Magnolia Script"/>
              </a:rPr>
              <a:t>en Food Facts API – Retrieves real-time nutritional and product information</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Django Admin Panel – Manages users, scan history, and database records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VS Code – Development environment </a:t>
            </a:r>
          </a:p>
          <a:p>
            <a:pPr algn="l">
              <a:lnSpc>
                <a:spcPts val="3401"/>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sp>
        <p:nvSpPr>
          <p:cNvPr name="Freeform 2" id="2"/>
          <p:cNvSpPr/>
          <p:nvPr/>
        </p:nvSpPr>
        <p:spPr>
          <a:xfrm flipH="false" flipV="false" rot="0">
            <a:off x="0" y="400050"/>
            <a:ext cx="18288000" cy="9486900"/>
          </a:xfrm>
          <a:custGeom>
            <a:avLst/>
            <a:gdLst/>
            <a:ahLst/>
            <a:cxnLst/>
            <a:rect r="r" b="b" t="t" l="l"/>
            <a:pathLst>
              <a:path h="9486900" w="18288000">
                <a:moveTo>
                  <a:pt x="0" y="0"/>
                </a:moveTo>
                <a:lnTo>
                  <a:pt x="18288000" y="0"/>
                </a:lnTo>
                <a:lnTo>
                  <a:pt x="18288000" y="9486900"/>
                </a:lnTo>
                <a:lnTo>
                  <a:pt x="0" y="9486900"/>
                </a:lnTo>
                <a:lnTo>
                  <a:pt x="0" y="0"/>
                </a:lnTo>
                <a:close/>
              </a:path>
            </a:pathLst>
          </a:custGeom>
          <a:blipFill>
            <a:blip r:embed="rId2"/>
            <a:stretch>
              <a:fillRect l="0" t="0" r="0" b="0"/>
            </a:stretch>
          </a:blipFill>
        </p:spPr>
      </p:sp>
      <p:grpSp>
        <p:nvGrpSpPr>
          <p:cNvPr name="Group 3" id="3"/>
          <p:cNvGrpSpPr/>
          <p:nvPr/>
        </p:nvGrpSpPr>
        <p:grpSpPr>
          <a:xfrm rot="0">
            <a:off x="14986635" y="355282"/>
            <a:ext cx="1700212" cy="440055"/>
            <a:chOff x="0" y="0"/>
            <a:chExt cx="2266950" cy="586740"/>
          </a:xfrm>
        </p:grpSpPr>
        <p:sp>
          <p:nvSpPr>
            <p:cNvPr name="Freeform 4" id="4"/>
            <p:cNvSpPr/>
            <p:nvPr/>
          </p:nvSpPr>
          <p:spPr>
            <a:xfrm flipH="false" flipV="false" rot="0">
              <a:off x="49530" y="46168"/>
              <a:ext cx="2168921" cy="489624"/>
            </a:xfrm>
            <a:custGeom>
              <a:avLst/>
              <a:gdLst/>
              <a:ahLst/>
              <a:cxnLst/>
              <a:rect r="r" b="b" t="t" l="l"/>
              <a:pathLst>
                <a:path h="489624" w="2168921">
                  <a:moveTo>
                    <a:pt x="270510" y="168462"/>
                  </a:moveTo>
                  <a:cubicBezTo>
                    <a:pt x="966470" y="191322"/>
                    <a:pt x="1003300" y="193862"/>
                    <a:pt x="1027430" y="207832"/>
                  </a:cubicBezTo>
                  <a:cubicBezTo>
                    <a:pt x="1042670" y="216722"/>
                    <a:pt x="1051560" y="228152"/>
                    <a:pt x="1056640" y="240852"/>
                  </a:cubicBezTo>
                  <a:cubicBezTo>
                    <a:pt x="1061720" y="253552"/>
                    <a:pt x="1061720" y="272602"/>
                    <a:pt x="1056640" y="285302"/>
                  </a:cubicBezTo>
                  <a:cubicBezTo>
                    <a:pt x="1051560" y="298002"/>
                    <a:pt x="1042670" y="306892"/>
                    <a:pt x="1027430" y="318322"/>
                  </a:cubicBezTo>
                  <a:cubicBezTo>
                    <a:pt x="995680" y="341182"/>
                    <a:pt x="939800" y="371662"/>
                    <a:pt x="867410" y="393252"/>
                  </a:cubicBezTo>
                  <a:cubicBezTo>
                    <a:pt x="734060" y="433892"/>
                    <a:pt x="396240" y="470722"/>
                    <a:pt x="269240" y="478342"/>
                  </a:cubicBezTo>
                  <a:cubicBezTo>
                    <a:pt x="209550" y="482152"/>
                    <a:pt x="139700" y="469452"/>
                    <a:pt x="137160" y="477072"/>
                  </a:cubicBezTo>
                  <a:cubicBezTo>
                    <a:pt x="135890" y="479612"/>
                    <a:pt x="153670" y="488502"/>
                    <a:pt x="152400" y="488502"/>
                  </a:cubicBezTo>
                  <a:cubicBezTo>
                    <a:pt x="152400" y="489772"/>
                    <a:pt x="123190" y="478342"/>
                    <a:pt x="114300" y="468182"/>
                  </a:cubicBezTo>
                  <a:cubicBezTo>
                    <a:pt x="105410" y="458022"/>
                    <a:pt x="99060" y="440242"/>
                    <a:pt x="99060" y="427542"/>
                  </a:cubicBezTo>
                  <a:cubicBezTo>
                    <a:pt x="99060" y="413572"/>
                    <a:pt x="106680" y="395792"/>
                    <a:pt x="115570" y="386902"/>
                  </a:cubicBezTo>
                  <a:cubicBezTo>
                    <a:pt x="121920" y="378012"/>
                    <a:pt x="127000" y="375472"/>
                    <a:pt x="139700" y="370392"/>
                  </a:cubicBezTo>
                  <a:cubicBezTo>
                    <a:pt x="168910" y="356422"/>
                    <a:pt x="232410" y="343722"/>
                    <a:pt x="302260" y="328482"/>
                  </a:cubicBezTo>
                  <a:cubicBezTo>
                    <a:pt x="427990" y="301812"/>
                    <a:pt x="666750" y="259902"/>
                    <a:pt x="836930" y="239582"/>
                  </a:cubicBezTo>
                  <a:cubicBezTo>
                    <a:pt x="989330" y="220532"/>
                    <a:pt x="1203960" y="182432"/>
                    <a:pt x="1272540" y="202752"/>
                  </a:cubicBezTo>
                  <a:cubicBezTo>
                    <a:pt x="1297940" y="210372"/>
                    <a:pt x="1310640" y="223072"/>
                    <a:pt x="1318260" y="238312"/>
                  </a:cubicBezTo>
                  <a:cubicBezTo>
                    <a:pt x="1324610" y="253552"/>
                    <a:pt x="1323340" y="280222"/>
                    <a:pt x="1314450" y="295462"/>
                  </a:cubicBezTo>
                  <a:cubicBezTo>
                    <a:pt x="1306830" y="309432"/>
                    <a:pt x="1294130" y="317052"/>
                    <a:pt x="1266190" y="324672"/>
                  </a:cubicBezTo>
                  <a:cubicBezTo>
                    <a:pt x="1163320" y="355152"/>
                    <a:pt x="568960" y="385632"/>
                    <a:pt x="481330" y="341182"/>
                  </a:cubicBezTo>
                  <a:cubicBezTo>
                    <a:pt x="458470" y="329752"/>
                    <a:pt x="452120" y="310702"/>
                    <a:pt x="449580" y="295462"/>
                  </a:cubicBezTo>
                  <a:cubicBezTo>
                    <a:pt x="445770" y="281492"/>
                    <a:pt x="452120" y="264982"/>
                    <a:pt x="458470" y="253552"/>
                  </a:cubicBezTo>
                  <a:cubicBezTo>
                    <a:pt x="463550" y="245932"/>
                    <a:pt x="467360" y="240852"/>
                    <a:pt x="480060" y="234502"/>
                  </a:cubicBezTo>
                  <a:cubicBezTo>
                    <a:pt x="520700" y="215452"/>
                    <a:pt x="687070" y="212912"/>
                    <a:pt x="774700" y="193862"/>
                  </a:cubicBezTo>
                  <a:cubicBezTo>
                    <a:pt x="847090" y="178622"/>
                    <a:pt x="930910" y="137982"/>
                    <a:pt x="971550" y="139252"/>
                  </a:cubicBezTo>
                  <a:cubicBezTo>
                    <a:pt x="990600" y="140522"/>
                    <a:pt x="1002030" y="145602"/>
                    <a:pt x="1012190" y="154492"/>
                  </a:cubicBezTo>
                  <a:cubicBezTo>
                    <a:pt x="1022350" y="163382"/>
                    <a:pt x="1031240" y="178622"/>
                    <a:pt x="1032510" y="191322"/>
                  </a:cubicBezTo>
                  <a:cubicBezTo>
                    <a:pt x="1035050" y="205292"/>
                    <a:pt x="1031240" y="223072"/>
                    <a:pt x="1023620" y="233232"/>
                  </a:cubicBezTo>
                  <a:cubicBezTo>
                    <a:pt x="1016000" y="244662"/>
                    <a:pt x="1009650" y="251012"/>
                    <a:pt x="988060" y="258632"/>
                  </a:cubicBezTo>
                  <a:cubicBezTo>
                    <a:pt x="899160" y="291652"/>
                    <a:pt x="370840" y="306892"/>
                    <a:pt x="208280" y="332292"/>
                  </a:cubicBezTo>
                  <a:cubicBezTo>
                    <a:pt x="134620" y="343722"/>
                    <a:pt x="77470" y="372932"/>
                    <a:pt x="46990" y="367852"/>
                  </a:cubicBezTo>
                  <a:cubicBezTo>
                    <a:pt x="34290" y="366582"/>
                    <a:pt x="27940" y="361502"/>
                    <a:pt x="20320" y="353882"/>
                  </a:cubicBezTo>
                  <a:cubicBezTo>
                    <a:pt x="11430" y="344992"/>
                    <a:pt x="2540" y="327212"/>
                    <a:pt x="1270" y="314512"/>
                  </a:cubicBezTo>
                  <a:cubicBezTo>
                    <a:pt x="-1270" y="304352"/>
                    <a:pt x="0" y="294192"/>
                    <a:pt x="5080" y="285302"/>
                  </a:cubicBezTo>
                  <a:cubicBezTo>
                    <a:pt x="10160" y="273872"/>
                    <a:pt x="15240" y="263712"/>
                    <a:pt x="34290" y="252282"/>
                  </a:cubicBezTo>
                  <a:cubicBezTo>
                    <a:pt x="105410" y="211642"/>
                    <a:pt x="487680" y="141792"/>
                    <a:pt x="629920" y="117662"/>
                  </a:cubicBezTo>
                  <a:cubicBezTo>
                    <a:pt x="706120" y="104962"/>
                    <a:pt x="774700" y="87182"/>
                    <a:pt x="810260" y="97342"/>
                  </a:cubicBezTo>
                  <a:cubicBezTo>
                    <a:pt x="826770" y="103692"/>
                    <a:pt x="836930" y="116392"/>
                    <a:pt x="843280" y="126552"/>
                  </a:cubicBezTo>
                  <a:cubicBezTo>
                    <a:pt x="848360" y="135442"/>
                    <a:pt x="850900" y="145602"/>
                    <a:pt x="849630" y="155762"/>
                  </a:cubicBezTo>
                  <a:cubicBezTo>
                    <a:pt x="848360" y="171002"/>
                    <a:pt x="834390" y="197672"/>
                    <a:pt x="822960" y="207832"/>
                  </a:cubicBezTo>
                  <a:cubicBezTo>
                    <a:pt x="815340" y="214182"/>
                    <a:pt x="810260" y="215452"/>
                    <a:pt x="795020" y="217992"/>
                  </a:cubicBezTo>
                  <a:cubicBezTo>
                    <a:pt x="727710" y="229422"/>
                    <a:pt x="320040" y="225612"/>
                    <a:pt x="245110" y="212912"/>
                  </a:cubicBezTo>
                  <a:cubicBezTo>
                    <a:pt x="224790" y="209102"/>
                    <a:pt x="218440" y="207832"/>
                    <a:pt x="207010" y="198942"/>
                  </a:cubicBezTo>
                  <a:cubicBezTo>
                    <a:pt x="194310" y="188782"/>
                    <a:pt x="177800" y="165922"/>
                    <a:pt x="173990" y="150682"/>
                  </a:cubicBezTo>
                  <a:cubicBezTo>
                    <a:pt x="171450" y="140522"/>
                    <a:pt x="173990" y="130362"/>
                    <a:pt x="177800" y="121472"/>
                  </a:cubicBezTo>
                  <a:cubicBezTo>
                    <a:pt x="182880" y="108772"/>
                    <a:pt x="190500" y="97342"/>
                    <a:pt x="208280" y="87182"/>
                  </a:cubicBezTo>
                  <a:cubicBezTo>
                    <a:pt x="254000" y="60512"/>
                    <a:pt x="417830" y="42732"/>
                    <a:pt x="505460" y="28762"/>
                  </a:cubicBezTo>
                  <a:cubicBezTo>
                    <a:pt x="574040" y="17332"/>
                    <a:pt x="650240" y="2092"/>
                    <a:pt x="690880" y="4632"/>
                  </a:cubicBezTo>
                  <a:cubicBezTo>
                    <a:pt x="711200" y="5902"/>
                    <a:pt x="725170" y="7172"/>
                    <a:pt x="736600" y="16062"/>
                  </a:cubicBezTo>
                  <a:cubicBezTo>
                    <a:pt x="749300" y="23682"/>
                    <a:pt x="760730" y="40192"/>
                    <a:pt x="764540" y="54162"/>
                  </a:cubicBezTo>
                  <a:cubicBezTo>
                    <a:pt x="767080" y="69402"/>
                    <a:pt x="765810" y="88452"/>
                    <a:pt x="758190" y="101152"/>
                  </a:cubicBezTo>
                  <a:cubicBezTo>
                    <a:pt x="751840" y="115122"/>
                    <a:pt x="737870" y="126552"/>
                    <a:pt x="722630" y="132902"/>
                  </a:cubicBezTo>
                  <a:cubicBezTo>
                    <a:pt x="704850" y="141792"/>
                    <a:pt x="673100" y="148142"/>
                    <a:pt x="652780" y="145602"/>
                  </a:cubicBezTo>
                  <a:cubicBezTo>
                    <a:pt x="636270" y="143062"/>
                    <a:pt x="618490" y="136712"/>
                    <a:pt x="608330" y="126552"/>
                  </a:cubicBezTo>
                  <a:cubicBezTo>
                    <a:pt x="596900" y="115122"/>
                    <a:pt x="589280" y="97342"/>
                    <a:pt x="588010" y="82102"/>
                  </a:cubicBezTo>
                  <a:cubicBezTo>
                    <a:pt x="586740" y="66862"/>
                    <a:pt x="593090" y="47812"/>
                    <a:pt x="601980" y="35112"/>
                  </a:cubicBezTo>
                  <a:cubicBezTo>
                    <a:pt x="610870" y="23682"/>
                    <a:pt x="621030" y="16062"/>
                    <a:pt x="643890" y="9712"/>
                  </a:cubicBezTo>
                  <a:cubicBezTo>
                    <a:pt x="711200" y="-9338"/>
                    <a:pt x="962660" y="4632"/>
                    <a:pt x="1089660" y="9712"/>
                  </a:cubicBezTo>
                  <a:cubicBezTo>
                    <a:pt x="1183640" y="14792"/>
                    <a:pt x="1253490" y="28762"/>
                    <a:pt x="1333500" y="32572"/>
                  </a:cubicBezTo>
                  <a:cubicBezTo>
                    <a:pt x="1410970" y="36382"/>
                    <a:pt x="1508760" y="27492"/>
                    <a:pt x="1564640" y="32572"/>
                  </a:cubicBezTo>
                  <a:cubicBezTo>
                    <a:pt x="1596390" y="35112"/>
                    <a:pt x="1617980" y="36382"/>
                    <a:pt x="1639570" y="44002"/>
                  </a:cubicBezTo>
                  <a:cubicBezTo>
                    <a:pt x="1657350" y="51622"/>
                    <a:pt x="1676400" y="60512"/>
                    <a:pt x="1685290" y="75752"/>
                  </a:cubicBezTo>
                  <a:cubicBezTo>
                    <a:pt x="1696720" y="93532"/>
                    <a:pt x="1703070" y="127822"/>
                    <a:pt x="1695450" y="148142"/>
                  </a:cubicBezTo>
                  <a:cubicBezTo>
                    <a:pt x="1689100" y="168462"/>
                    <a:pt x="1675130" y="182432"/>
                    <a:pt x="1642110" y="197672"/>
                  </a:cubicBezTo>
                  <a:cubicBezTo>
                    <a:pt x="1524000" y="252282"/>
                    <a:pt x="811530" y="329752"/>
                    <a:pt x="703580" y="309432"/>
                  </a:cubicBezTo>
                  <a:cubicBezTo>
                    <a:pt x="679450" y="305622"/>
                    <a:pt x="671830" y="299272"/>
                    <a:pt x="662940" y="287842"/>
                  </a:cubicBezTo>
                  <a:cubicBezTo>
                    <a:pt x="652780" y="276412"/>
                    <a:pt x="646430" y="258632"/>
                    <a:pt x="646430" y="243392"/>
                  </a:cubicBezTo>
                  <a:cubicBezTo>
                    <a:pt x="646430" y="229422"/>
                    <a:pt x="654050" y="210372"/>
                    <a:pt x="662940" y="200212"/>
                  </a:cubicBezTo>
                  <a:cubicBezTo>
                    <a:pt x="673100" y="188782"/>
                    <a:pt x="683260" y="183702"/>
                    <a:pt x="704850" y="178622"/>
                  </a:cubicBezTo>
                  <a:cubicBezTo>
                    <a:pt x="764540" y="164652"/>
                    <a:pt x="925830" y="188782"/>
                    <a:pt x="1057910" y="184972"/>
                  </a:cubicBezTo>
                  <a:cubicBezTo>
                    <a:pt x="1230630" y="179892"/>
                    <a:pt x="1573530" y="124012"/>
                    <a:pt x="1652270" y="143062"/>
                  </a:cubicBezTo>
                  <a:cubicBezTo>
                    <a:pt x="1672590" y="146872"/>
                    <a:pt x="1681480" y="155762"/>
                    <a:pt x="1689100" y="164652"/>
                  </a:cubicBezTo>
                  <a:cubicBezTo>
                    <a:pt x="1696720" y="172272"/>
                    <a:pt x="1700530" y="182432"/>
                    <a:pt x="1701800" y="191322"/>
                  </a:cubicBezTo>
                  <a:cubicBezTo>
                    <a:pt x="1703070" y="201482"/>
                    <a:pt x="1704340" y="211642"/>
                    <a:pt x="1700530" y="220532"/>
                  </a:cubicBezTo>
                  <a:cubicBezTo>
                    <a:pt x="1695450" y="233232"/>
                    <a:pt x="1689100" y="245932"/>
                    <a:pt x="1673860" y="256092"/>
                  </a:cubicBezTo>
                  <a:cubicBezTo>
                    <a:pt x="1638300" y="277682"/>
                    <a:pt x="1513840" y="292922"/>
                    <a:pt x="1463040" y="298002"/>
                  </a:cubicBezTo>
                  <a:cubicBezTo>
                    <a:pt x="1433830" y="301812"/>
                    <a:pt x="1412240" y="301812"/>
                    <a:pt x="1395730" y="299272"/>
                  </a:cubicBezTo>
                  <a:cubicBezTo>
                    <a:pt x="1383030" y="296732"/>
                    <a:pt x="1375410" y="294192"/>
                    <a:pt x="1366520" y="287842"/>
                  </a:cubicBezTo>
                  <a:cubicBezTo>
                    <a:pt x="1356360" y="280222"/>
                    <a:pt x="1343660" y="262442"/>
                    <a:pt x="1339850" y="249742"/>
                  </a:cubicBezTo>
                  <a:cubicBezTo>
                    <a:pt x="1337310" y="239582"/>
                    <a:pt x="1337310" y="229422"/>
                    <a:pt x="1339850" y="219262"/>
                  </a:cubicBezTo>
                  <a:cubicBezTo>
                    <a:pt x="1343660" y="206562"/>
                    <a:pt x="1348740" y="191322"/>
                    <a:pt x="1366520" y="181162"/>
                  </a:cubicBezTo>
                  <a:cubicBezTo>
                    <a:pt x="1405890" y="155762"/>
                    <a:pt x="1527810" y="153222"/>
                    <a:pt x="1629410" y="144332"/>
                  </a:cubicBezTo>
                  <a:cubicBezTo>
                    <a:pt x="1767840" y="132902"/>
                    <a:pt x="2051050" y="112582"/>
                    <a:pt x="2120900" y="131632"/>
                  </a:cubicBezTo>
                  <a:cubicBezTo>
                    <a:pt x="2141220" y="137982"/>
                    <a:pt x="2150110" y="144332"/>
                    <a:pt x="2157730" y="157032"/>
                  </a:cubicBezTo>
                  <a:cubicBezTo>
                    <a:pt x="2166620" y="171002"/>
                    <a:pt x="2171700" y="197672"/>
                    <a:pt x="2166620" y="214182"/>
                  </a:cubicBezTo>
                  <a:cubicBezTo>
                    <a:pt x="2160270" y="230692"/>
                    <a:pt x="2146300" y="243392"/>
                    <a:pt x="2123440" y="253552"/>
                  </a:cubicBezTo>
                  <a:cubicBezTo>
                    <a:pt x="2071370" y="278952"/>
                    <a:pt x="1932940" y="278952"/>
                    <a:pt x="1832610" y="296732"/>
                  </a:cubicBezTo>
                  <a:cubicBezTo>
                    <a:pt x="1723390" y="317052"/>
                    <a:pt x="1553210" y="375472"/>
                    <a:pt x="1494790" y="370392"/>
                  </a:cubicBezTo>
                  <a:cubicBezTo>
                    <a:pt x="1473200" y="369122"/>
                    <a:pt x="1463040" y="362772"/>
                    <a:pt x="1452880" y="353882"/>
                  </a:cubicBezTo>
                  <a:cubicBezTo>
                    <a:pt x="1442720" y="343722"/>
                    <a:pt x="1433830" y="327212"/>
                    <a:pt x="1432560" y="311972"/>
                  </a:cubicBezTo>
                  <a:cubicBezTo>
                    <a:pt x="1431290" y="298002"/>
                    <a:pt x="1436370" y="280222"/>
                    <a:pt x="1445260" y="268792"/>
                  </a:cubicBezTo>
                  <a:cubicBezTo>
                    <a:pt x="1452880" y="257362"/>
                    <a:pt x="1463040" y="252282"/>
                    <a:pt x="1482090" y="244662"/>
                  </a:cubicBezTo>
                  <a:cubicBezTo>
                    <a:pt x="1535430" y="223072"/>
                    <a:pt x="1747520" y="177352"/>
                    <a:pt x="1795780" y="183702"/>
                  </a:cubicBezTo>
                  <a:cubicBezTo>
                    <a:pt x="1811020" y="186242"/>
                    <a:pt x="1816100" y="190052"/>
                    <a:pt x="1823720" y="197672"/>
                  </a:cubicBezTo>
                  <a:cubicBezTo>
                    <a:pt x="1833880" y="206562"/>
                    <a:pt x="1844040" y="224342"/>
                    <a:pt x="1847850" y="238312"/>
                  </a:cubicBezTo>
                  <a:cubicBezTo>
                    <a:pt x="1850390" y="248472"/>
                    <a:pt x="1849120" y="258632"/>
                    <a:pt x="1845310" y="268792"/>
                  </a:cubicBezTo>
                  <a:cubicBezTo>
                    <a:pt x="1840230" y="281492"/>
                    <a:pt x="1832610" y="294192"/>
                    <a:pt x="1816100" y="305622"/>
                  </a:cubicBezTo>
                  <a:cubicBezTo>
                    <a:pt x="1776730" y="329752"/>
                    <a:pt x="1659890" y="348802"/>
                    <a:pt x="1584960" y="364042"/>
                  </a:cubicBezTo>
                  <a:cubicBezTo>
                    <a:pt x="1513840" y="378012"/>
                    <a:pt x="1446530" y="380552"/>
                    <a:pt x="1374140" y="394522"/>
                  </a:cubicBezTo>
                  <a:cubicBezTo>
                    <a:pt x="1296670" y="411032"/>
                    <a:pt x="1179830" y="465642"/>
                    <a:pt x="1135380" y="459292"/>
                  </a:cubicBezTo>
                  <a:cubicBezTo>
                    <a:pt x="1116330" y="456752"/>
                    <a:pt x="1106170" y="446592"/>
                    <a:pt x="1097280" y="435162"/>
                  </a:cubicBezTo>
                  <a:cubicBezTo>
                    <a:pt x="1089660" y="423732"/>
                    <a:pt x="1084580" y="404682"/>
                    <a:pt x="1084580" y="391982"/>
                  </a:cubicBezTo>
                  <a:cubicBezTo>
                    <a:pt x="1085850" y="381822"/>
                    <a:pt x="1088390" y="371662"/>
                    <a:pt x="1094740" y="364042"/>
                  </a:cubicBezTo>
                  <a:cubicBezTo>
                    <a:pt x="1102360" y="352612"/>
                    <a:pt x="1109980" y="344992"/>
                    <a:pt x="1130300" y="337372"/>
                  </a:cubicBezTo>
                  <a:cubicBezTo>
                    <a:pt x="1193800" y="311972"/>
                    <a:pt x="1428750" y="319592"/>
                    <a:pt x="1562100" y="296732"/>
                  </a:cubicBezTo>
                  <a:cubicBezTo>
                    <a:pt x="1678940" y="277682"/>
                    <a:pt x="1831340" y="212912"/>
                    <a:pt x="1887220" y="216722"/>
                  </a:cubicBezTo>
                  <a:cubicBezTo>
                    <a:pt x="1907540" y="217992"/>
                    <a:pt x="1917700" y="223072"/>
                    <a:pt x="1927860" y="233232"/>
                  </a:cubicBezTo>
                  <a:cubicBezTo>
                    <a:pt x="1938020" y="242122"/>
                    <a:pt x="1945640" y="258632"/>
                    <a:pt x="1948180" y="271332"/>
                  </a:cubicBezTo>
                  <a:cubicBezTo>
                    <a:pt x="1949450" y="281492"/>
                    <a:pt x="1948180" y="290382"/>
                    <a:pt x="1944370" y="300542"/>
                  </a:cubicBezTo>
                  <a:cubicBezTo>
                    <a:pt x="1939290" y="311972"/>
                    <a:pt x="1934210" y="322132"/>
                    <a:pt x="1915160" y="332292"/>
                  </a:cubicBezTo>
                  <a:cubicBezTo>
                    <a:pt x="1845310" y="370392"/>
                    <a:pt x="1391920" y="425002"/>
                    <a:pt x="1320800" y="417382"/>
                  </a:cubicBezTo>
                  <a:cubicBezTo>
                    <a:pt x="1304290" y="416112"/>
                    <a:pt x="1300480" y="413572"/>
                    <a:pt x="1291590" y="407222"/>
                  </a:cubicBezTo>
                  <a:cubicBezTo>
                    <a:pt x="1281430" y="399602"/>
                    <a:pt x="1267460" y="384362"/>
                    <a:pt x="1264920" y="369122"/>
                  </a:cubicBezTo>
                  <a:cubicBezTo>
                    <a:pt x="1262380" y="352612"/>
                    <a:pt x="1270000" y="324672"/>
                    <a:pt x="1278890" y="311972"/>
                  </a:cubicBezTo>
                  <a:cubicBezTo>
                    <a:pt x="1285240" y="301812"/>
                    <a:pt x="1291590" y="299272"/>
                    <a:pt x="1304290" y="294192"/>
                  </a:cubicBezTo>
                  <a:cubicBezTo>
                    <a:pt x="1330960" y="282762"/>
                    <a:pt x="1385570" y="271332"/>
                    <a:pt x="1437640" y="264982"/>
                  </a:cubicBezTo>
                  <a:cubicBezTo>
                    <a:pt x="1511300" y="254822"/>
                    <a:pt x="1625600" y="264982"/>
                    <a:pt x="1705610" y="253552"/>
                  </a:cubicBezTo>
                  <a:cubicBezTo>
                    <a:pt x="1774190" y="243392"/>
                    <a:pt x="1851660" y="204022"/>
                    <a:pt x="1891030" y="207832"/>
                  </a:cubicBezTo>
                  <a:cubicBezTo>
                    <a:pt x="1908810" y="209102"/>
                    <a:pt x="1920240" y="215452"/>
                    <a:pt x="1930400" y="224342"/>
                  </a:cubicBezTo>
                  <a:cubicBezTo>
                    <a:pt x="1940560" y="234502"/>
                    <a:pt x="1949450" y="248472"/>
                    <a:pt x="1950720" y="262442"/>
                  </a:cubicBezTo>
                  <a:cubicBezTo>
                    <a:pt x="1953260" y="278952"/>
                    <a:pt x="1945640" y="309432"/>
                    <a:pt x="1932940" y="322132"/>
                  </a:cubicBezTo>
                  <a:cubicBezTo>
                    <a:pt x="1918970" y="334832"/>
                    <a:pt x="1891030" y="343722"/>
                    <a:pt x="1871980" y="339912"/>
                  </a:cubicBezTo>
                  <a:cubicBezTo>
                    <a:pt x="1854200" y="337372"/>
                    <a:pt x="1831340" y="315782"/>
                    <a:pt x="1823720" y="300542"/>
                  </a:cubicBezTo>
                  <a:cubicBezTo>
                    <a:pt x="1817370" y="287842"/>
                    <a:pt x="1817370" y="271332"/>
                    <a:pt x="1819910" y="258632"/>
                  </a:cubicBezTo>
                  <a:cubicBezTo>
                    <a:pt x="1823720" y="244662"/>
                    <a:pt x="1831340" y="230692"/>
                    <a:pt x="1842770" y="221802"/>
                  </a:cubicBezTo>
                  <a:cubicBezTo>
                    <a:pt x="1858010" y="212912"/>
                    <a:pt x="1888490" y="206562"/>
                    <a:pt x="1905000" y="210372"/>
                  </a:cubicBezTo>
                  <a:cubicBezTo>
                    <a:pt x="1918970" y="214182"/>
                    <a:pt x="1931670" y="224342"/>
                    <a:pt x="1939290" y="235772"/>
                  </a:cubicBezTo>
                  <a:cubicBezTo>
                    <a:pt x="1948180" y="247202"/>
                    <a:pt x="1953260" y="262442"/>
                    <a:pt x="1951990" y="276412"/>
                  </a:cubicBezTo>
                  <a:cubicBezTo>
                    <a:pt x="1950720" y="294192"/>
                    <a:pt x="1940560" y="315782"/>
                    <a:pt x="1921510" y="331022"/>
                  </a:cubicBezTo>
                  <a:cubicBezTo>
                    <a:pt x="1883410" y="358962"/>
                    <a:pt x="1784350" y="372932"/>
                    <a:pt x="1710690" y="383092"/>
                  </a:cubicBezTo>
                  <a:cubicBezTo>
                    <a:pt x="1631950" y="394522"/>
                    <a:pt x="1535430" y="386902"/>
                    <a:pt x="1464310" y="394522"/>
                  </a:cubicBezTo>
                  <a:cubicBezTo>
                    <a:pt x="1409700" y="399602"/>
                    <a:pt x="1353820" y="422462"/>
                    <a:pt x="1320800" y="417382"/>
                  </a:cubicBezTo>
                  <a:cubicBezTo>
                    <a:pt x="1301750" y="414842"/>
                    <a:pt x="1289050" y="407222"/>
                    <a:pt x="1280160" y="397062"/>
                  </a:cubicBezTo>
                  <a:cubicBezTo>
                    <a:pt x="1270000" y="386902"/>
                    <a:pt x="1263650" y="369122"/>
                    <a:pt x="1263650" y="353882"/>
                  </a:cubicBezTo>
                  <a:cubicBezTo>
                    <a:pt x="1262380" y="339912"/>
                    <a:pt x="1270000" y="322132"/>
                    <a:pt x="1278890" y="311972"/>
                  </a:cubicBezTo>
                  <a:cubicBezTo>
                    <a:pt x="1287780" y="300542"/>
                    <a:pt x="1296670" y="296732"/>
                    <a:pt x="1319530" y="290382"/>
                  </a:cubicBezTo>
                  <a:cubicBezTo>
                    <a:pt x="1398270" y="264982"/>
                    <a:pt x="1818640" y="212912"/>
                    <a:pt x="1887220" y="216722"/>
                  </a:cubicBezTo>
                  <a:cubicBezTo>
                    <a:pt x="1903730" y="217992"/>
                    <a:pt x="1907540" y="219262"/>
                    <a:pt x="1916430" y="224342"/>
                  </a:cubicBezTo>
                  <a:cubicBezTo>
                    <a:pt x="1926590" y="230692"/>
                    <a:pt x="1939290" y="245932"/>
                    <a:pt x="1944370" y="257362"/>
                  </a:cubicBezTo>
                  <a:cubicBezTo>
                    <a:pt x="1948180" y="266252"/>
                    <a:pt x="1949450" y="276412"/>
                    <a:pt x="1948180" y="286572"/>
                  </a:cubicBezTo>
                  <a:cubicBezTo>
                    <a:pt x="1945640" y="298002"/>
                    <a:pt x="1943100" y="311972"/>
                    <a:pt x="1927860" y="324672"/>
                  </a:cubicBezTo>
                  <a:cubicBezTo>
                    <a:pt x="1882140" y="360232"/>
                    <a:pt x="1696720" y="393252"/>
                    <a:pt x="1570990" y="416112"/>
                  </a:cubicBezTo>
                  <a:cubicBezTo>
                    <a:pt x="1433830" y="440242"/>
                    <a:pt x="1192530" y="469452"/>
                    <a:pt x="1135380" y="459292"/>
                  </a:cubicBezTo>
                  <a:cubicBezTo>
                    <a:pt x="1120140" y="456752"/>
                    <a:pt x="1116330" y="452942"/>
                    <a:pt x="1107440" y="446592"/>
                  </a:cubicBezTo>
                  <a:cubicBezTo>
                    <a:pt x="1098550" y="437702"/>
                    <a:pt x="1088390" y="421192"/>
                    <a:pt x="1085850" y="407222"/>
                  </a:cubicBezTo>
                  <a:cubicBezTo>
                    <a:pt x="1083310" y="393252"/>
                    <a:pt x="1087120" y="375472"/>
                    <a:pt x="1094740" y="364042"/>
                  </a:cubicBezTo>
                  <a:cubicBezTo>
                    <a:pt x="1102360" y="351342"/>
                    <a:pt x="1112520" y="346262"/>
                    <a:pt x="1130300" y="337372"/>
                  </a:cubicBezTo>
                  <a:cubicBezTo>
                    <a:pt x="1172210" y="315782"/>
                    <a:pt x="1267460" y="292922"/>
                    <a:pt x="1355090" y="271332"/>
                  </a:cubicBezTo>
                  <a:cubicBezTo>
                    <a:pt x="1473200" y="242122"/>
                    <a:pt x="1705610" y="173542"/>
                    <a:pt x="1779270" y="182432"/>
                  </a:cubicBezTo>
                  <a:cubicBezTo>
                    <a:pt x="1807210" y="186242"/>
                    <a:pt x="1823720" y="195132"/>
                    <a:pt x="1835150" y="209102"/>
                  </a:cubicBezTo>
                  <a:cubicBezTo>
                    <a:pt x="1845310" y="220532"/>
                    <a:pt x="1847850" y="240852"/>
                    <a:pt x="1847850" y="253552"/>
                  </a:cubicBezTo>
                  <a:cubicBezTo>
                    <a:pt x="1847850" y="264982"/>
                    <a:pt x="1845310" y="275142"/>
                    <a:pt x="1837690" y="284032"/>
                  </a:cubicBezTo>
                  <a:cubicBezTo>
                    <a:pt x="1830070" y="294192"/>
                    <a:pt x="1817370" y="304352"/>
                    <a:pt x="1800860" y="311972"/>
                  </a:cubicBezTo>
                  <a:cubicBezTo>
                    <a:pt x="1776730" y="323402"/>
                    <a:pt x="1743710" y="328482"/>
                    <a:pt x="1704340" y="336102"/>
                  </a:cubicBezTo>
                  <a:cubicBezTo>
                    <a:pt x="1644650" y="347532"/>
                    <a:pt x="1517650" y="375472"/>
                    <a:pt x="1479550" y="367852"/>
                  </a:cubicBezTo>
                  <a:cubicBezTo>
                    <a:pt x="1465580" y="365312"/>
                    <a:pt x="1460500" y="361502"/>
                    <a:pt x="1452880" y="353882"/>
                  </a:cubicBezTo>
                  <a:cubicBezTo>
                    <a:pt x="1443990" y="343722"/>
                    <a:pt x="1433830" y="327212"/>
                    <a:pt x="1432560" y="313242"/>
                  </a:cubicBezTo>
                  <a:cubicBezTo>
                    <a:pt x="1431290" y="298002"/>
                    <a:pt x="1437640" y="280222"/>
                    <a:pt x="1445260" y="268792"/>
                  </a:cubicBezTo>
                  <a:cubicBezTo>
                    <a:pt x="1450340" y="259902"/>
                    <a:pt x="1454150" y="256092"/>
                    <a:pt x="1468120" y="249742"/>
                  </a:cubicBezTo>
                  <a:cubicBezTo>
                    <a:pt x="1515110" y="225612"/>
                    <a:pt x="1703070" y="191322"/>
                    <a:pt x="1813560" y="171002"/>
                  </a:cubicBezTo>
                  <a:cubicBezTo>
                    <a:pt x="1915160" y="153222"/>
                    <a:pt x="2052320" y="125282"/>
                    <a:pt x="2105660" y="130362"/>
                  </a:cubicBezTo>
                  <a:cubicBezTo>
                    <a:pt x="2125980" y="132902"/>
                    <a:pt x="2137410" y="137982"/>
                    <a:pt x="2147570" y="145602"/>
                  </a:cubicBezTo>
                  <a:cubicBezTo>
                    <a:pt x="2155190" y="151952"/>
                    <a:pt x="2161540" y="159572"/>
                    <a:pt x="2165350" y="169732"/>
                  </a:cubicBezTo>
                  <a:cubicBezTo>
                    <a:pt x="2169160" y="182432"/>
                    <a:pt x="2170430" y="201482"/>
                    <a:pt x="2166620" y="214182"/>
                  </a:cubicBezTo>
                  <a:cubicBezTo>
                    <a:pt x="2161540" y="226882"/>
                    <a:pt x="2147570" y="242122"/>
                    <a:pt x="2137410" y="248472"/>
                  </a:cubicBezTo>
                  <a:cubicBezTo>
                    <a:pt x="2128520" y="253552"/>
                    <a:pt x="2124710" y="253552"/>
                    <a:pt x="2108200" y="256092"/>
                  </a:cubicBezTo>
                  <a:cubicBezTo>
                    <a:pt x="2047240" y="264982"/>
                    <a:pt x="1776730" y="261172"/>
                    <a:pt x="1643380" y="268792"/>
                  </a:cubicBezTo>
                  <a:cubicBezTo>
                    <a:pt x="1543050" y="275142"/>
                    <a:pt x="1421130" y="305622"/>
                    <a:pt x="1380490" y="295462"/>
                  </a:cubicBezTo>
                  <a:cubicBezTo>
                    <a:pt x="1366520" y="291652"/>
                    <a:pt x="1361440" y="286572"/>
                    <a:pt x="1355090" y="277682"/>
                  </a:cubicBezTo>
                  <a:cubicBezTo>
                    <a:pt x="1346200" y="267522"/>
                    <a:pt x="1337310" y="249742"/>
                    <a:pt x="1338580" y="234502"/>
                  </a:cubicBezTo>
                  <a:cubicBezTo>
                    <a:pt x="1339850" y="217992"/>
                    <a:pt x="1346200" y="195132"/>
                    <a:pt x="1366520" y="181162"/>
                  </a:cubicBezTo>
                  <a:cubicBezTo>
                    <a:pt x="1408430" y="151952"/>
                    <a:pt x="1582420" y="134172"/>
                    <a:pt x="1637030" y="141792"/>
                  </a:cubicBezTo>
                  <a:cubicBezTo>
                    <a:pt x="1662430" y="145602"/>
                    <a:pt x="1678940" y="153222"/>
                    <a:pt x="1689100" y="164652"/>
                  </a:cubicBezTo>
                  <a:cubicBezTo>
                    <a:pt x="1699260" y="174812"/>
                    <a:pt x="1703070" y="192592"/>
                    <a:pt x="1703070" y="206562"/>
                  </a:cubicBezTo>
                  <a:cubicBezTo>
                    <a:pt x="1701800" y="220532"/>
                    <a:pt x="1695450" y="237042"/>
                    <a:pt x="1685290" y="245932"/>
                  </a:cubicBezTo>
                  <a:cubicBezTo>
                    <a:pt x="1676400" y="256092"/>
                    <a:pt x="1667510" y="258632"/>
                    <a:pt x="1645920" y="264982"/>
                  </a:cubicBezTo>
                  <a:cubicBezTo>
                    <a:pt x="1565910" y="285302"/>
                    <a:pt x="1229360" y="301812"/>
                    <a:pt x="1057910" y="309432"/>
                  </a:cubicBezTo>
                  <a:cubicBezTo>
                    <a:pt x="924560" y="314512"/>
                    <a:pt x="763270" y="324672"/>
                    <a:pt x="703580" y="309432"/>
                  </a:cubicBezTo>
                  <a:cubicBezTo>
                    <a:pt x="681990" y="304352"/>
                    <a:pt x="671830" y="299272"/>
                    <a:pt x="662940" y="287842"/>
                  </a:cubicBezTo>
                  <a:cubicBezTo>
                    <a:pt x="652780" y="276412"/>
                    <a:pt x="646430" y="258632"/>
                    <a:pt x="646430" y="243392"/>
                  </a:cubicBezTo>
                  <a:cubicBezTo>
                    <a:pt x="646430" y="229422"/>
                    <a:pt x="654050" y="210372"/>
                    <a:pt x="662940" y="200212"/>
                  </a:cubicBezTo>
                  <a:cubicBezTo>
                    <a:pt x="673100" y="188782"/>
                    <a:pt x="683260" y="186242"/>
                    <a:pt x="704850" y="178622"/>
                  </a:cubicBezTo>
                  <a:cubicBezTo>
                    <a:pt x="775970" y="155762"/>
                    <a:pt x="1029970" y="137982"/>
                    <a:pt x="1176020" y="113852"/>
                  </a:cubicBezTo>
                  <a:cubicBezTo>
                    <a:pt x="1305560" y="92262"/>
                    <a:pt x="1454150" y="51622"/>
                    <a:pt x="1541780" y="45272"/>
                  </a:cubicBezTo>
                  <a:cubicBezTo>
                    <a:pt x="1590040" y="41462"/>
                    <a:pt x="1629410" y="36382"/>
                    <a:pt x="1657350" y="51622"/>
                  </a:cubicBezTo>
                  <a:cubicBezTo>
                    <a:pt x="1678940" y="63052"/>
                    <a:pt x="1696720" y="88452"/>
                    <a:pt x="1699260" y="110042"/>
                  </a:cubicBezTo>
                  <a:cubicBezTo>
                    <a:pt x="1703070" y="131632"/>
                    <a:pt x="1689100" y="164652"/>
                    <a:pt x="1675130" y="179892"/>
                  </a:cubicBezTo>
                  <a:cubicBezTo>
                    <a:pt x="1662430" y="192592"/>
                    <a:pt x="1651000" y="196402"/>
                    <a:pt x="1623060" y="200212"/>
                  </a:cubicBezTo>
                  <a:cubicBezTo>
                    <a:pt x="1539240" y="212912"/>
                    <a:pt x="1258570" y="164652"/>
                    <a:pt x="1089660" y="155762"/>
                  </a:cubicBezTo>
                  <a:cubicBezTo>
                    <a:pt x="937260" y="146872"/>
                    <a:pt x="722630" y="160842"/>
                    <a:pt x="652780" y="145602"/>
                  </a:cubicBezTo>
                  <a:cubicBezTo>
                    <a:pt x="629920" y="140522"/>
                    <a:pt x="618490" y="136712"/>
                    <a:pt x="608330" y="126552"/>
                  </a:cubicBezTo>
                  <a:cubicBezTo>
                    <a:pt x="596900" y="115122"/>
                    <a:pt x="589280" y="97342"/>
                    <a:pt x="588010" y="82102"/>
                  </a:cubicBezTo>
                  <a:cubicBezTo>
                    <a:pt x="586740" y="66862"/>
                    <a:pt x="593090" y="47812"/>
                    <a:pt x="601980" y="35112"/>
                  </a:cubicBezTo>
                  <a:cubicBezTo>
                    <a:pt x="610870" y="23682"/>
                    <a:pt x="626110" y="14792"/>
                    <a:pt x="643890" y="9712"/>
                  </a:cubicBezTo>
                  <a:cubicBezTo>
                    <a:pt x="665480" y="3362"/>
                    <a:pt x="702310" y="822"/>
                    <a:pt x="722630" y="8442"/>
                  </a:cubicBezTo>
                  <a:cubicBezTo>
                    <a:pt x="737870" y="13522"/>
                    <a:pt x="751840" y="26222"/>
                    <a:pt x="758190" y="38922"/>
                  </a:cubicBezTo>
                  <a:cubicBezTo>
                    <a:pt x="765810" y="52892"/>
                    <a:pt x="768350" y="71942"/>
                    <a:pt x="764540" y="87182"/>
                  </a:cubicBezTo>
                  <a:cubicBezTo>
                    <a:pt x="759460" y="103692"/>
                    <a:pt x="748030" y="120202"/>
                    <a:pt x="722630" y="132902"/>
                  </a:cubicBezTo>
                  <a:cubicBezTo>
                    <a:pt x="652780" y="172272"/>
                    <a:pt x="309880" y="214182"/>
                    <a:pt x="237490" y="206562"/>
                  </a:cubicBezTo>
                  <a:cubicBezTo>
                    <a:pt x="214630" y="204022"/>
                    <a:pt x="205740" y="200212"/>
                    <a:pt x="195580" y="191322"/>
                  </a:cubicBezTo>
                  <a:cubicBezTo>
                    <a:pt x="184150" y="181162"/>
                    <a:pt x="176530" y="163382"/>
                    <a:pt x="173990" y="150682"/>
                  </a:cubicBezTo>
                  <a:cubicBezTo>
                    <a:pt x="172720" y="140522"/>
                    <a:pt x="172720" y="130362"/>
                    <a:pt x="177800" y="121472"/>
                  </a:cubicBezTo>
                  <a:cubicBezTo>
                    <a:pt x="185420" y="107502"/>
                    <a:pt x="196850" y="90992"/>
                    <a:pt x="222250" y="82102"/>
                  </a:cubicBezTo>
                  <a:cubicBezTo>
                    <a:pt x="294640" y="55432"/>
                    <a:pt x="605790" y="87182"/>
                    <a:pt x="703580" y="89722"/>
                  </a:cubicBezTo>
                  <a:cubicBezTo>
                    <a:pt x="746760" y="90992"/>
                    <a:pt x="772160" y="87182"/>
                    <a:pt x="795020" y="93532"/>
                  </a:cubicBezTo>
                  <a:cubicBezTo>
                    <a:pt x="811530" y="98612"/>
                    <a:pt x="825500" y="104962"/>
                    <a:pt x="834390" y="115122"/>
                  </a:cubicBezTo>
                  <a:cubicBezTo>
                    <a:pt x="843280" y="125282"/>
                    <a:pt x="850900" y="141792"/>
                    <a:pt x="849630" y="155762"/>
                  </a:cubicBezTo>
                  <a:cubicBezTo>
                    <a:pt x="848360" y="172272"/>
                    <a:pt x="840740" y="195132"/>
                    <a:pt x="822960" y="207832"/>
                  </a:cubicBezTo>
                  <a:cubicBezTo>
                    <a:pt x="792480" y="229422"/>
                    <a:pt x="725170" y="220532"/>
                    <a:pt x="657860" y="235772"/>
                  </a:cubicBezTo>
                  <a:cubicBezTo>
                    <a:pt x="552450" y="257362"/>
                    <a:pt x="359410" y="318322"/>
                    <a:pt x="248920" y="341182"/>
                  </a:cubicBezTo>
                  <a:cubicBezTo>
                    <a:pt x="175260" y="356422"/>
                    <a:pt x="96520" y="371662"/>
                    <a:pt x="62230" y="370392"/>
                  </a:cubicBezTo>
                  <a:cubicBezTo>
                    <a:pt x="48260" y="369122"/>
                    <a:pt x="41910" y="367852"/>
                    <a:pt x="33020" y="362772"/>
                  </a:cubicBezTo>
                  <a:cubicBezTo>
                    <a:pt x="24130" y="357692"/>
                    <a:pt x="16510" y="351342"/>
                    <a:pt x="11430" y="342452"/>
                  </a:cubicBezTo>
                  <a:cubicBezTo>
                    <a:pt x="5080" y="332292"/>
                    <a:pt x="-1270" y="313242"/>
                    <a:pt x="1270" y="299272"/>
                  </a:cubicBezTo>
                  <a:cubicBezTo>
                    <a:pt x="2540" y="286572"/>
                    <a:pt x="12700" y="270062"/>
                    <a:pt x="22860" y="261172"/>
                  </a:cubicBezTo>
                  <a:cubicBezTo>
                    <a:pt x="29210" y="253552"/>
                    <a:pt x="35560" y="252282"/>
                    <a:pt x="49530" y="247202"/>
                  </a:cubicBezTo>
                  <a:cubicBezTo>
                    <a:pt x="77470" y="237042"/>
                    <a:pt x="129540" y="226882"/>
                    <a:pt x="198120" y="215452"/>
                  </a:cubicBezTo>
                  <a:cubicBezTo>
                    <a:pt x="341630" y="192592"/>
                    <a:pt x="748030" y="150682"/>
                    <a:pt x="872490" y="143062"/>
                  </a:cubicBezTo>
                  <a:cubicBezTo>
                    <a:pt x="920750" y="139252"/>
                    <a:pt x="946150" y="135442"/>
                    <a:pt x="971550" y="139252"/>
                  </a:cubicBezTo>
                  <a:cubicBezTo>
                    <a:pt x="989330" y="141792"/>
                    <a:pt x="1002030" y="144332"/>
                    <a:pt x="1012190" y="154492"/>
                  </a:cubicBezTo>
                  <a:cubicBezTo>
                    <a:pt x="1023620" y="164652"/>
                    <a:pt x="1035050" y="190052"/>
                    <a:pt x="1033780" y="206562"/>
                  </a:cubicBezTo>
                  <a:cubicBezTo>
                    <a:pt x="1031240" y="223072"/>
                    <a:pt x="1021080" y="239582"/>
                    <a:pt x="1002030" y="253552"/>
                  </a:cubicBezTo>
                  <a:cubicBezTo>
                    <a:pt x="965200" y="280222"/>
                    <a:pt x="867410" y="298002"/>
                    <a:pt x="788670" y="311972"/>
                  </a:cubicBezTo>
                  <a:cubicBezTo>
                    <a:pt x="697230" y="329752"/>
                    <a:pt x="528320" y="358962"/>
                    <a:pt x="481330" y="341182"/>
                  </a:cubicBezTo>
                  <a:cubicBezTo>
                    <a:pt x="463550" y="334832"/>
                    <a:pt x="458470" y="320862"/>
                    <a:pt x="452120" y="309432"/>
                  </a:cubicBezTo>
                  <a:cubicBezTo>
                    <a:pt x="448310" y="300542"/>
                    <a:pt x="447040" y="291652"/>
                    <a:pt x="448310" y="281492"/>
                  </a:cubicBezTo>
                  <a:cubicBezTo>
                    <a:pt x="450850" y="268792"/>
                    <a:pt x="458470" y="252282"/>
                    <a:pt x="468630" y="243392"/>
                  </a:cubicBezTo>
                  <a:cubicBezTo>
                    <a:pt x="477520" y="234502"/>
                    <a:pt x="486410" y="231962"/>
                    <a:pt x="508000" y="226882"/>
                  </a:cubicBezTo>
                  <a:cubicBezTo>
                    <a:pt x="601980" y="207832"/>
                    <a:pt x="1192530" y="187512"/>
                    <a:pt x="1272540" y="202752"/>
                  </a:cubicBezTo>
                  <a:cubicBezTo>
                    <a:pt x="1287780" y="206562"/>
                    <a:pt x="1291590" y="207832"/>
                    <a:pt x="1299210" y="215452"/>
                  </a:cubicBezTo>
                  <a:cubicBezTo>
                    <a:pt x="1309370" y="223072"/>
                    <a:pt x="1320800" y="238312"/>
                    <a:pt x="1322070" y="252282"/>
                  </a:cubicBezTo>
                  <a:cubicBezTo>
                    <a:pt x="1324610" y="267522"/>
                    <a:pt x="1316990" y="294192"/>
                    <a:pt x="1305560" y="306892"/>
                  </a:cubicBezTo>
                  <a:cubicBezTo>
                    <a:pt x="1296670" y="317052"/>
                    <a:pt x="1287780" y="319592"/>
                    <a:pt x="1266190" y="324672"/>
                  </a:cubicBezTo>
                  <a:cubicBezTo>
                    <a:pt x="1202690" y="341182"/>
                    <a:pt x="1010920" y="334832"/>
                    <a:pt x="857250" y="355152"/>
                  </a:cubicBezTo>
                  <a:cubicBezTo>
                    <a:pt x="654050" y="381822"/>
                    <a:pt x="241300" y="502472"/>
                    <a:pt x="152400" y="488502"/>
                  </a:cubicBezTo>
                  <a:cubicBezTo>
                    <a:pt x="130810" y="484692"/>
                    <a:pt x="123190" y="478342"/>
                    <a:pt x="114300" y="468182"/>
                  </a:cubicBezTo>
                  <a:cubicBezTo>
                    <a:pt x="105410" y="458022"/>
                    <a:pt x="99060" y="440242"/>
                    <a:pt x="99060" y="427542"/>
                  </a:cubicBezTo>
                  <a:cubicBezTo>
                    <a:pt x="99060" y="413572"/>
                    <a:pt x="105410" y="397062"/>
                    <a:pt x="115570" y="386902"/>
                  </a:cubicBezTo>
                  <a:cubicBezTo>
                    <a:pt x="124460" y="376742"/>
                    <a:pt x="133350" y="372932"/>
                    <a:pt x="153670" y="366582"/>
                  </a:cubicBezTo>
                  <a:cubicBezTo>
                    <a:pt x="224790" y="344992"/>
                    <a:pt x="505460" y="331022"/>
                    <a:pt x="646430" y="310702"/>
                  </a:cubicBezTo>
                  <a:cubicBezTo>
                    <a:pt x="754380" y="294192"/>
                    <a:pt x="869950" y="289112"/>
                    <a:pt x="929640" y="259902"/>
                  </a:cubicBezTo>
                  <a:cubicBezTo>
                    <a:pt x="963930" y="243392"/>
                    <a:pt x="976630" y="202752"/>
                    <a:pt x="999490" y="200212"/>
                  </a:cubicBezTo>
                  <a:cubicBezTo>
                    <a:pt x="1016000" y="198942"/>
                    <a:pt x="1040130" y="212912"/>
                    <a:pt x="1050290" y="228152"/>
                  </a:cubicBezTo>
                  <a:cubicBezTo>
                    <a:pt x="1059180" y="242122"/>
                    <a:pt x="1061720" y="268792"/>
                    <a:pt x="1056640" y="285302"/>
                  </a:cubicBezTo>
                  <a:cubicBezTo>
                    <a:pt x="1052830" y="299272"/>
                    <a:pt x="1037590" y="311972"/>
                    <a:pt x="1027430" y="318322"/>
                  </a:cubicBezTo>
                  <a:cubicBezTo>
                    <a:pt x="1018540" y="323402"/>
                    <a:pt x="1010920" y="324672"/>
                    <a:pt x="998220" y="324672"/>
                  </a:cubicBezTo>
                  <a:cubicBezTo>
                    <a:pt x="976630" y="324672"/>
                    <a:pt x="953770" y="310702"/>
                    <a:pt x="910590" y="306892"/>
                  </a:cubicBezTo>
                  <a:cubicBezTo>
                    <a:pt x="795020" y="294192"/>
                    <a:pt x="360680" y="324672"/>
                    <a:pt x="266700" y="298002"/>
                  </a:cubicBezTo>
                  <a:cubicBezTo>
                    <a:pt x="237490" y="290382"/>
                    <a:pt x="223520" y="282762"/>
                    <a:pt x="213360" y="268792"/>
                  </a:cubicBezTo>
                  <a:cubicBezTo>
                    <a:pt x="205740" y="256092"/>
                    <a:pt x="201930" y="238312"/>
                    <a:pt x="204470" y="223072"/>
                  </a:cubicBezTo>
                  <a:cubicBezTo>
                    <a:pt x="207010" y="209102"/>
                    <a:pt x="215900" y="192592"/>
                    <a:pt x="227330" y="183702"/>
                  </a:cubicBezTo>
                  <a:cubicBezTo>
                    <a:pt x="238760" y="174812"/>
                    <a:pt x="270510" y="168462"/>
                    <a:pt x="270510" y="168462"/>
                  </a:cubicBezTo>
                </a:path>
              </a:pathLst>
            </a:custGeom>
            <a:solidFill>
              <a:srgbClr val="FFFFFF"/>
            </a:solidFill>
            <a:ln cap="sq">
              <a:noFill/>
              <a:prstDash val="solid"/>
              <a:miter/>
            </a:ln>
          </p:spPr>
        </p:sp>
      </p:grpSp>
      <p:grpSp>
        <p:nvGrpSpPr>
          <p:cNvPr name="Group 5" id="5"/>
          <p:cNvGrpSpPr/>
          <p:nvPr/>
        </p:nvGrpSpPr>
        <p:grpSpPr>
          <a:xfrm rot="0">
            <a:off x="16106775" y="445770"/>
            <a:ext cx="1858327" cy="697230"/>
            <a:chOff x="0" y="0"/>
            <a:chExt cx="2477770" cy="929640"/>
          </a:xfrm>
        </p:grpSpPr>
        <p:sp>
          <p:nvSpPr>
            <p:cNvPr name="Freeform 6" id="6"/>
            <p:cNvSpPr/>
            <p:nvPr/>
          </p:nvSpPr>
          <p:spPr>
            <a:xfrm flipH="false" flipV="false" rot="0">
              <a:off x="50557" y="48768"/>
              <a:ext cx="2375784" cy="832693"/>
            </a:xfrm>
            <a:custGeom>
              <a:avLst/>
              <a:gdLst/>
              <a:ahLst/>
              <a:cxnLst/>
              <a:rect r="r" b="b" t="t" l="l"/>
              <a:pathLst>
                <a:path h="832693" w="2375784">
                  <a:moveTo>
                    <a:pt x="423153" y="2032"/>
                  </a:moveTo>
                  <a:cubicBezTo>
                    <a:pt x="706363" y="22352"/>
                    <a:pt x="830823" y="21082"/>
                    <a:pt x="989573" y="19812"/>
                  </a:cubicBezTo>
                  <a:cubicBezTo>
                    <a:pt x="1241033" y="18542"/>
                    <a:pt x="1789673" y="-9398"/>
                    <a:pt x="1963663" y="3302"/>
                  </a:cubicBezTo>
                  <a:cubicBezTo>
                    <a:pt x="2028433" y="8382"/>
                    <a:pt x="2053833" y="10922"/>
                    <a:pt x="2095743" y="24892"/>
                  </a:cubicBezTo>
                  <a:cubicBezTo>
                    <a:pt x="2136383" y="38862"/>
                    <a:pt x="2178293" y="60452"/>
                    <a:pt x="2213853" y="87122"/>
                  </a:cubicBezTo>
                  <a:cubicBezTo>
                    <a:pt x="2248143" y="113792"/>
                    <a:pt x="2279893" y="148082"/>
                    <a:pt x="2305293" y="183642"/>
                  </a:cubicBezTo>
                  <a:cubicBezTo>
                    <a:pt x="2329423" y="220472"/>
                    <a:pt x="2349743" y="263652"/>
                    <a:pt x="2361173" y="305562"/>
                  </a:cubicBezTo>
                  <a:cubicBezTo>
                    <a:pt x="2372603" y="347472"/>
                    <a:pt x="2377683" y="394462"/>
                    <a:pt x="2375143" y="437642"/>
                  </a:cubicBezTo>
                  <a:cubicBezTo>
                    <a:pt x="2372603" y="482092"/>
                    <a:pt x="2363713" y="527812"/>
                    <a:pt x="2347203" y="568452"/>
                  </a:cubicBezTo>
                  <a:cubicBezTo>
                    <a:pt x="2330693" y="609092"/>
                    <a:pt x="2306563" y="649732"/>
                    <a:pt x="2278623" y="682752"/>
                  </a:cubicBezTo>
                  <a:cubicBezTo>
                    <a:pt x="2249413" y="715772"/>
                    <a:pt x="2213853" y="746252"/>
                    <a:pt x="2175753" y="769112"/>
                  </a:cubicBezTo>
                  <a:cubicBezTo>
                    <a:pt x="2138923" y="791972"/>
                    <a:pt x="2095743" y="809752"/>
                    <a:pt x="2052563" y="818642"/>
                  </a:cubicBezTo>
                  <a:cubicBezTo>
                    <a:pt x="2009383" y="827532"/>
                    <a:pt x="1962393" y="830072"/>
                    <a:pt x="1919213" y="826262"/>
                  </a:cubicBezTo>
                  <a:cubicBezTo>
                    <a:pt x="1874763" y="821182"/>
                    <a:pt x="1830313" y="808482"/>
                    <a:pt x="1790943" y="790702"/>
                  </a:cubicBezTo>
                  <a:cubicBezTo>
                    <a:pt x="1750303" y="771652"/>
                    <a:pt x="1712203" y="744982"/>
                    <a:pt x="1680453" y="715772"/>
                  </a:cubicBezTo>
                  <a:cubicBezTo>
                    <a:pt x="1647433" y="685292"/>
                    <a:pt x="1619493" y="647192"/>
                    <a:pt x="1599173" y="609092"/>
                  </a:cubicBezTo>
                  <a:cubicBezTo>
                    <a:pt x="1578853" y="569722"/>
                    <a:pt x="1563613" y="525272"/>
                    <a:pt x="1555993" y="482092"/>
                  </a:cubicBezTo>
                  <a:cubicBezTo>
                    <a:pt x="1549643" y="438912"/>
                    <a:pt x="1549643" y="391922"/>
                    <a:pt x="1555993" y="348742"/>
                  </a:cubicBezTo>
                  <a:cubicBezTo>
                    <a:pt x="1563613" y="305562"/>
                    <a:pt x="1578853" y="261112"/>
                    <a:pt x="1599173" y="223012"/>
                  </a:cubicBezTo>
                  <a:cubicBezTo>
                    <a:pt x="1619493" y="183642"/>
                    <a:pt x="1647433" y="146812"/>
                    <a:pt x="1680453" y="116332"/>
                  </a:cubicBezTo>
                  <a:cubicBezTo>
                    <a:pt x="1712203" y="85852"/>
                    <a:pt x="1750303" y="59182"/>
                    <a:pt x="1790943" y="41402"/>
                  </a:cubicBezTo>
                  <a:cubicBezTo>
                    <a:pt x="1830313" y="22352"/>
                    <a:pt x="1876033" y="9652"/>
                    <a:pt x="1919213" y="5842"/>
                  </a:cubicBezTo>
                  <a:cubicBezTo>
                    <a:pt x="1962393" y="762"/>
                    <a:pt x="2009383" y="3302"/>
                    <a:pt x="2052563" y="12192"/>
                  </a:cubicBezTo>
                  <a:cubicBezTo>
                    <a:pt x="2095743" y="22352"/>
                    <a:pt x="2138923" y="40132"/>
                    <a:pt x="2177023" y="61722"/>
                  </a:cubicBezTo>
                  <a:cubicBezTo>
                    <a:pt x="2213853" y="84582"/>
                    <a:pt x="2249413" y="115062"/>
                    <a:pt x="2278623" y="148082"/>
                  </a:cubicBezTo>
                  <a:cubicBezTo>
                    <a:pt x="2306563" y="182372"/>
                    <a:pt x="2330693" y="221742"/>
                    <a:pt x="2347203" y="263652"/>
                  </a:cubicBezTo>
                  <a:cubicBezTo>
                    <a:pt x="2363713" y="304292"/>
                    <a:pt x="2372603" y="350012"/>
                    <a:pt x="2375143" y="393192"/>
                  </a:cubicBezTo>
                  <a:cubicBezTo>
                    <a:pt x="2377683" y="437642"/>
                    <a:pt x="2372603" y="483362"/>
                    <a:pt x="2361173" y="526542"/>
                  </a:cubicBezTo>
                  <a:cubicBezTo>
                    <a:pt x="2349743" y="568452"/>
                    <a:pt x="2329423" y="610362"/>
                    <a:pt x="2305293" y="647192"/>
                  </a:cubicBezTo>
                  <a:cubicBezTo>
                    <a:pt x="2279893" y="684022"/>
                    <a:pt x="2248143" y="717042"/>
                    <a:pt x="2212583" y="743712"/>
                  </a:cubicBezTo>
                  <a:cubicBezTo>
                    <a:pt x="2178293" y="770382"/>
                    <a:pt x="2136383" y="793242"/>
                    <a:pt x="2095743" y="807212"/>
                  </a:cubicBezTo>
                  <a:cubicBezTo>
                    <a:pt x="2053833" y="821182"/>
                    <a:pt x="2028433" y="823722"/>
                    <a:pt x="1963663" y="828802"/>
                  </a:cubicBezTo>
                  <a:cubicBezTo>
                    <a:pt x="1782053" y="841502"/>
                    <a:pt x="1190233" y="819912"/>
                    <a:pt x="924803" y="809752"/>
                  </a:cubicBezTo>
                  <a:cubicBezTo>
                    <a:pt x="758433" y="803402"/>
                    <a:pt x="641593" y="799592"/>
                    <a:pt x="520943" y="785622"/>
                  </a:cubicBezTo>
                  <a:cubicBezTo>
                    <a:pt x="421883" y="775462"/>
                    <a:pt x="315203" y="764032"/>
                    <a:pt x="252973" y="743712"/>
                  </a:cubicBezTo>
                  <a:cubicBezTo>
                    <a:pt x="216143" y="732282"/>
                    <a:pt x="195823" y="719582"/>
                    <a:pt x="170423" y="701802"/>
                  </a:cubicBezTo>
                  <a:cubicBezTo>
                    <a:pt x="145023" y="685292"/>
                    <a:pt x="120893" y="664972"/>
                    <a:pt x="100573" y="642112"/>
                  </a:cubicBezTo>
                  <a:cubicBezTo>
                    <a:pt x="80253" y="619252"/>
                    <a:pt x="61203" y="593852"/>
                    <a:pt x="45963" y="567182"/>
                  </a:cubicBezTo>
                  <a:cubicBezTo>
                    <a:pt x="31993" y="540512"/>
                    <a:pt x="20563" y="510032"/>
                    <a:pt x="12943" y="480822"/>
                  </a:cubicBezTo>
                  <a:cubicBezTo>
                    <a:pt x="4053" y="451612"/>
                    <a:pt x="243" y="419862"/>
                    <a:pt x="243" y="389382"/>
                  </a:cubicBezTo>
                  <a:cubicBezTo>
                    <a:pt x="-1027" y="358902"/>
                    <a:pt x="2783" y="327152"/>
                    <a:pt x="9133" y="296672"/>
                  </a:cubicBezTo>
                  <a:cubicBezTo>
                    <a:pt x="16753" y="267462"/>
                    <a:pt x="26913" y="236982"/>
                    <a:pt x="40883" y="210312"/>
                  </a:cubicBezTo>
                  <a:cubicBezTo>
                    <a:pt x="54853" y="182372"/>
                    <a:pt x="72633" y="156972"/>
                    <a:pt x="91683" y="132842"/>
                  </a:cubicBezTo>
                  <a:cubicBezTo>
                    <a:pt x="112003" y="109982"/>
                    <a:pt x="136133" y="88392"/>
                    <a:pt x="160263" y="70612"/>
                  </a:cubicBezTo>
                  <a:cubicBezTo>
                    <a:pt x="185663" y="52832"/>
                    <a:pt x="213603" y="37592"/>
                    <a:pt x="241543" y="26162"/>
                  </a:cubicBezTo>
                  <a:cubicBezTo>
                    <a:pt x="270753" y="14732"/>
                    <a:pt x="301233" y="7112"/>
                    <a:pt x="331713" y="3302"/>
                  </a:cubicBezTo>
                  <a:cubicBezTo>
                    <a:pt x="360923" y="-1778"/>
                    <a:pt x="423153" y="2032"/>
                    <a:pt x="423153" y="2032"/>
                  </a:cubicBezTo>
                </a:path>
              </a:pathLst>
            </a:custGeom>
            <a:solidFill>
              <a:srgbClr val="FFFFFF"/>
            </a:solidFill>
            <a:ln cap="sq">
              <a:noFill/>
              <a:prstDash val="solid"/>
              <a:miter/>
            </a:ln>
          </p:spPr>
        </p:sp>
      </p:grpSp>
      <p:grpSp>
        <p:nvGrpSpPr>
          <p:cNvPr name="Group 7" id="7"/>
          <p:cNvGrpSpPr/>
          <p:nvPr/>
        </p:nvGrpSpPr>
        <p:grpSpPr>
          <a:xfrm rot="0">
            <a:off x="15528607" y="-247650"/>
            <a:ext cx="3319462" cy="1514475"/>
            <a:chOff x="0" y="0"/>
            <a:chExt cx="4425950" cy="2019300"/>
          </a:xfrm>
        </p:grpSpPr>
        <p:sp>
          <p:nvSpPr>
            <p:cNvPr name="Freeform 8" id="8"/>
            <p:cNvSpPr/>
            <p:nvPr/>
          </p:nvSpPr>
          <p:spPr>
            <a:xfrm flipH="false" flipV="false" rot="0">
              <a:off x="50800" y="50800"/>
              <a:ext cx="4324554" cy="1916478"/>
            </a:xfrm>
            <a:custGeom>
              <a:avLst/>
              <a:gdLst/>
              <a:ahLst/>
              <a:cxnLst/>
              <a:rect r="r" b="b" t="t" l="l"/>
              <a:pathLst>
                <a:path h="1916478" w="4324554">
                  <a:moveTo>
                    <a:pt x="0" y="1178560"/>
                  </a:moveTo>
                  <a:cubicBezTo>
                    <a:pt x="0" y="1177290"/>
                    <a:pt x="7620" y="1146810"/>
                    <a:pt x="11430" y="1131570"/>
                  </a:cubicBezTo>
                  <a:cubicBezTo>
                    <a:pt x="15240" y="1116330"/>
                    <a:pt x="21590" y="1085850"/>
                    <a:pt x="22860" y="1085850"/>
                  </a:cubicBezTo>
                  <a:cubicBezTo>
                    <a:pt x="22860" y="1084580"/>
                    <a:pt x="36830" y="1057910"/>
                    <a:pt x="44450" y="1043940"/>
                  </a:cubicBezTo>
                  <a:cubicBezTo>
                    <a:pt x="52070" y="1028700"/>
                    <a:pt x="66040" y="1002030"/>
                    <a:pt x="66040" y="1000760"/>
                  </a:cubicBezTo>
                  <a:cubicBezTo>
                    <a:pt x="66040" y="1000760"/>
                    <a:pt x="87630" y="976630"/>
                    <a:pt x="97790" y="965200"/>
                  </a:cubicBezTo>
                  <a:cubicBezTo>
                    <a:pt x="107950" y="953770"/>
                    <a:pt x="128270" y="929640"/>
                    <a:pt x="129540" y="929640"/>
                  </a:cubicBezTo>
                  <a:cubicBezTo>
                    <a:pt x="129540" y="928370"/>
                    <a:pt x="154940" y="910590"/>
                    <a:pt x="167640" y="901700"/>
                  </a:cubicBezTo>
                  <a:cubicBezTo>
                    <a:pt x="181610" y="892810"/>
                    <a:pt x="207010" y="875030"/>
                    <a:pt x="207010" y="875030"/>
                  </a:cubicBezTo>
                  <a:cubicBezTo>
                    <a:pt x="208280" y="875030"/>
                    <a:pt x="236220" y="863600"/>
                    <a:pt x="251460" y="857250"/>
                  </a:cubicBezTo>
                  <a:cubicBezTo>
                    <a:pt x="266700" y="852170"/>
                    <a:pt x="295910" y="840740"/>
                    <a:pt x="295910" y="840740"/>
                  </a:cubicBezTo>
                  <a:cubicBezTo>
                    <a:pt x="297180" y="840740"/>
                    <a:pt x="330200" y="835660"/>
                    <a:pt x="342900" y="834390"/>
                  </a:cubicBezTo>
                  <a:cubicBezTo>
                    <a:pt x="351790" y="833120"/>
                    <a:pt x="356870" y="835660"/>
                    <a:pt x="364490" y="831850"/>
                  </a:cubicBezTo>
                  <a:cubicBezTo>
                    <a:pt x="374650" y="826770"/>
                    <a:pt x="393700" y="801370"/>
                    <a:pt x="394970" y="801370"/>
                  </a:cubicBezTo>
                  <a:cubicBezTo>
                    <a:pt x="394970" y="800100"/>
                    <a:pt x="420370" y="784860"/>
                    <a:pt x="434340" y="777240"/>
                  </a:cubicBezTo>
                  <a:cubicBezTo>
                    <a:pt x="447040" y="768350"/>
                    <a:pt x="472440" y="753110"/>
                    <a:pt x="473710" y="753110"/>
                  </a:cubicBezTo>
                  <a:cubicBezTo>
                    <a:pt x="473710" y="753110"/>
                    <a:pt x="502920" y="742950"/>
                    <a:pt x="516890" y="739140"/>
                  </a:cubicBezTo>
                  <a:cubicBezTo>
                    <a:pt x="532130" y="734060"/>
                    <a:pt x="561340" y="725170"/>
                    <a:pt x="561340" y="725170"/>
                  </a:cubicBezTo>
                  <a:cubicBezTo>
                    <a:pt x="561340" y="723900"/>
                    <a:pt x="548640" y="726440"/>
                    <a:pt x="548640" y="726440"/>
                  </a:cubicBezTo>
                  <a:cubicBezTo>
                    <a:pt x="548640" y="725170"/>
                    <a:pt x="591820" y="716280"/>
                    <a:pt x="603250" y="715010"/>
                  </a:cubicBezTo>
                  <a:cubicBezTo>
                    <a:pt x="607060" y="713740"/>
                    <a:pt x="607060" y="713740"/>
                    <a:pt x="612140" y="712470"/>
                  </a:cubicBezTo>
                  <a:cubicBezTo>
                    <a:pt x="637540" y="702310"/>
                    <a:pt x="741680" y="632460"/>
                    <a:pt x="834390" y="595630"/>
                  </a:cubicBezTo>
                  <a:cubicBezTo>
                    <a:pt x="969010" y="542290"/>
                    <a:pt x="1183640" y="499110"/>
                    <a:pt x="1352550" y="453390"/>
                  </a:cubicBezTo>
                  <a:cubicBezTo>
                    <a:pt x="1515110" y="408940"/>
                    <a:pt x="1680210" y="363220"/>
                    <a:pt x="1830070" y="326390"/>
                  </a:cubicBezTo>
                  <a:cubicBezTo>
                    <a:pt x="1963420" y="292100"/>
                    <a:pt x="2086610" y="262890"/>
                    <a:pt x="2207260" y="238760"/>
                  </a:cubicBezTo>
                  <a:cubicBezTo>
                    <a:pt x="2315210" y="217170"/>
                    <a:pt x="2518410" y="185420"/>
                    <a:pt x="2518410" y="185420"/>
                  </a:cubicBezTo>
                  <a:cubicBezTo>
                    <a:pt x="2518410" y="185420"/>
                    <a:pt x="2518410" y="185420"/>
                    <a:pt x="2519680" y="185420"/>
                  </a:cubicBezTo>
                  <a:cubicBezTo>
                    <a:pt x="2519680" y="185420"/>
                    <a:pt x="2550160" y="184150"/>
                    <a:pt x="2565400" y="182880"/>
                  </a:cubicBezTo>
                  <a:cubicBezTo>
                    <a:pt x="2580640" y="182880"/>
                    <a:pt x="2609850" y="181610"/>
                    <a:pt x="2611120" y="181610"/>
                  </a:cubicBezTo>
                  <a:cubicBezTo>
                    <a:pt x="2611120" y="181610"/>
                    <a:pt x="2641600" y="186690"/>
                    <a:pt x="2655570" y="190500"/>
                  </a:cubicBezTo>
                  <a:cubicBezTo>
                    <a:pt x="2670810" y="193040"/>
                    <a:pt x="2701290" y="199390"/>
                    <a:pt x="2701290" y="199390"/>
                  </a:cubicBezTo>
                  <a:cubicBezTo>
                    <a:pt x="2701290" y="199390"/>
                    <a:pt x="2708910" y="205740"/>
                    <a:pt x="2717800" y="207010"/>
                  </a:cubicBezTo>
                  <a:cubicBezTo>
                    <a:pt x="2755900" y="210820"/>
                    <a:pt x="2910840" y="161290"/>
                    <a:pt x="3023870" y="135890"/>
                  </a:cubicBezTo>
                  <a:cubicBezTo>
                    <a:pt x="3159760" y="106680"/>
                    <a:pt x="3347720" y="64770"/>
                    <a:pt x="3475990" y="41910"/>
                  </a:cubicBezTo>
                  <a:cubicBezTo>
                    <a:pt x="3568700" y="25400"/>
                    <a:pt x="3671570" y="11430"/>
                    <a:pt x="3718560" y="6350"/>
                  </a:cubicBezTo>
                  <a:cubicBezTo>
                    <a:pt x="3738880" y="3810"/>
                    <a:pt x="3747770" y="3810"/>
                    <a:pt x="3761740" y="3810"/>
                  </a:cubicBezTo>
                  <a:cubicBezTo>
                    <a:pt x="3775710" y="2540"/>
                    <a:pt x="3803650" y="0"/>
                    <a:pt x="3803650" y="0"/>
                  </a:cubicBezTo>
                  <a:cubicBezTo>
                    <a:pt x="3804920" y="0"/>
                    <a:pt x="3831590" y="5080"/>
                    <a:pt x="3845560" y="7620"/>
                  </a:cubicBezTo>
                  <a:cubicBezTo>
                    <a:pt x="3859530" y="10160"/>
                    <a:pt x="3887470" y="15240"/>
                    <a:pt x="3887470" y="15240"/>
                  </a:cubicBezTo>
                  <a:cubicBezTo>
                    <a:pt x="3887470" y="15240"/>
                    <a:pt x="3912870" y="26670"/>
                    <a:pt x="3926840" y="31750"/>
                  </a:cubicBezTo>
                  <a:cubicBezTo>
                    <a:pt x="3939540" y="38100"/>
                    <a:pt x="3964940" y="49530"/>
                    <a:pt x="3964940" y="49530"/>
                  </a:cubicBezTo>
                  <a:cubicBezTo>
                    <a:pt x="3966210" y="49530"/>
                    <a:pt x="3987800" y="67310"/>
                    <a:pt x="3999230" y="74930"/>
                  </a:cubicBezTo>
                  <a:cubicBezTo>
                    <a:pt x="4010660" y="83820"/>
                    <a:pt x="4032250" y="101600"/>
                    <a:pt x="4032250" y="101600"/>
                  </a:cubicBezTo>
                  <a:cubicBezTo>
                    <a:pt x="4032250" y="101600"/>
                    <a:pt x="4050030" y="123190"/>
                    <a:pt x="4058920" y="134620"/>
                  </a:cubicBezTo>
                  <a:cubicBezTo>
                    <a:pt x="4067810" y="146050"/>
                    <a:pt x="4085590" y="167640"/>
                    <a:pt x="4085590" y="167640"/>
                  </a:cubicBezTo>
                  <a:cubicBezTo>
                    <a:pt x="4085590" y="168910"/>
                    <a:pt x="4097020" y="194310"/>
                    <a:pt x="4103370" y="207010"/>
                  </a:cubicBezTo>
                  <a:cubicBezTo>
                    <a:pt x="4108450" y="219710"/>
                    <a:pt x="4121150" y="245110"/>
                    <a:pt x="4121150" y="245110"/>
                  </a:cubicBezTo>
                  <a:cubicBezTo>
                    <a:pt x="4121150" y="246380"/>
                    <a:pt x="4126230" y="273050"/>
                    <a:pt x="4128770" y="287020"/>
                  </a:cubicBezTo>
                  <a:cubicBezTo>
                    <a:pt x="4131310" y="300990"/>
                    <a:pt x="4136390" y="327660"/>
                    <a:pt x="4136390" y="328930"/>
                  </a:cubicBezTo>
                  <a:cubicBezTo>
                    <a:pt x="4136390" y="328930"/>
                    <a:pt x="4135120" y="356870"/>
                    <a:pt x="4133850" y="370840"/>
                  </a:cubicBezTo>
                  <a:cubicBezTo>
                    <a:pt x="4133850" y="384810"/>
                    <a:pt x="4132580" y="412750"/>
                    <a:pt x="4132580" y="414020"/>
                  </a:cubicBezTo>
                  <a:cubicBezTo>
                    <a:pt x="4131310" y="414020"/>
                    <a:pt x="4126230" y="425450"/>
                    <a:pt x="4126230" y="431800"/>
                  </a:cubicBezTo>
                  <a:cubicBezTo>
                    <a:pt x="4126230" y="441960"/>
                    <a:pt x="4130040" y="453390"/>
                    <a:pt x="4132580" y="464820"/>
                  </a:cubicBezTo>
                  <a:cubicBezTo>
                    <a:pt x="4135120" y="478790"/>
                    <a:pt x="4140200" y="509270"/>
                    <a:pt x="4140200" y="510540"/>
                  </a:cubicBezTo>
                  <a:cubicBezTo>
                    <a:pt x="4140200" y="510540"/>
                    <a:pt x="4138930" y="541020"/>
                    <a:pt x="4137660" y="556260"/>
                  </a:cubicBezTo>
                  <a:cubicBezTo>
                    <a:pt x="4136390" y="571500"/>
                    <a:pt x="4135120" y="600710"/>
                    <a:pt x="4135120" y="601980"/>
                  </a:cubicBezTo>
                  <a:cubicBezTo>
                    <a:pt x="4135120" y="601980"/>
                    <a:pt x="4126230" y="631190"/>
                    <a:pt x="4121150" y="645160"/>
                  </a:cubicBezTo>
                  <a:cubicBezTo>
                    <a:pt x="4116070" y="660400"/>
                    <a:pt x="4107180" y="688340"/>
                    <a:pt x="4107180" y="689610"/>
                  </a:cubicBezTo>
                  <a:cubicBezTo>
                    <a:pt x="4107180" y="689610"/>
                    <a:pt x="4091940" y="715010"/>
                    <a:pt x="4084320" y="727710"/>
                  </a:cubicBezTo>
                  <a:cubicBezTo>
                    <a:pt x="4075430" y="741680"/>
                    <a:pt x="4060190" y="767080"/>
                    <a:pt x="4060190" y="767080"/>
                  </a:cubicBezTo>
                  <a:cubicBezTo>
                    <a:pt x="4060190" y="768350"/>
                    <a:pt x="4038600" y="788670"/>
                    <a:pt x="4027170" y="800100"/>
                  </a:cubicBezTo>
                  <a:cubicBezTo>
                    <a:pt x="4017010" y="810260"/>
                    <a:pt x="3995420" y="831850"/>
                    <a:pt x="3995420" y="831850"/>
                  </a:cubicBezTo>
                  <a:cubicBezTo>
                    <a:pt x="3994150" y="831850"/>
                    <a:pt x="3968750" y="847090"/>
                    <a:pt x="3956050" y="855980"/>
                  </a:cubicBezTo>
                  <a:cubicBezTo>
                    <a:pt x="3943350" y="863600"/>
                    <a:pt x="3917950" y="878840"/>
                    <a:pt x="3916680" y="878840"/>
                  </a:cubicBezTo>
                  <a:cubicBezTo>
                    <a:pt x="3916680" y="878840"/>
                    <a:pt x="3887470" y="887730"/>
                    <a:pt x="3873500" y="892810"/>
                  </a:cubicBezTo>
                  <a:cubicBezTo>
                    <a:pt x="3858260" y="896620"/>
                    <a:pt x="3830320" y="905510"/>
                    <a:pt x="3829050" y="906780"/>
                  </a:cubicBezTo>
                  <a:cubicBezTo>
                    <a:pt x="3829050" y="906780"/>
                    <a:pt x="3750310" y="918210"/>
                    <a:pt x="3741420" y="932180"/>
                  </a:cubicBezTo>
                  <a:cubicBezTo>
                    <a:pt x="3736340" y="939800"/>
                    <a:pt x="3743960" y="957580"/>
                    <a:pt x="3743960" y="957580"/>
                  </a:cubicBezTo>
                  <a:cubicBezTo>
                    <a:pt x="3743960" y="958850"/>
                    <a:pt x="3738880" y="991870"/>
                    <a:pt x="3737610" y="1004570"/>
                  </a:cubicBezTo>
                  <a:cubicBezTo>
                    <a:pt x="3736340" y="1012190"/>
                    <a:pt x="3732530" y="1021080"/>
                    <a:pt x="3735070" y="1023620"/>
                  </a:cubicBezTo>
                  <a:cubicBezTo>
                    <a:pt x="3736340" y="1024890"/>
                    <a:pt x="3741420" y="1021080"/>
                    <a:pt x="3745230" y="1019810"/>
                  </a:cubicBezTo>
                  <a:cubicBezTo>
                    <a:pt x="3755390" y="1016000"/>
                    <a:pt x="3775710" y="1004570"/>
                    <a:pt x="3788410" y="1000760"/>
                  </a:cubicBezTo>
                  <a:cubicBezTo>
                    <a:pt x="3797300" y="999490"/>
                    <a:pt x="3804920" y="1000760"/>
                    <a:pt x="3812540" y="999490"/>
                  </a:cubicBezTo>
                  <a:cubicBezTo>
                    <a:pt x="3820160" y="998220"/>
                    <a:pt x="3825240" y="993140"/>
                    <a:pt x="3834130" y="991870"/>
                  </a:cubicBezTo>
                  <a:cubicBezTo>
                    <a:pt x="3846830" y="990600"/>
                    <a:pt x="3865880" y="994410"/>
                    <a:pt x="3881120" y="993140"/>
                  </a:cubicBezTo>
                  <a:cubicBezTo>
                    <a:pt x="3896360" y="993140"/>
                    <a:pt x="3915410" y="988060"/>
                    <a:pt x="3928110" y="989330"/>
                  </a:cubicBezTo>
                  <a:cubicBezTo>
                    <a:pt x="3937000" y="990600"/>
                    <a:pt x="3943350" y="994410"/>
                    <a:pt x="3950970" y="995680"/>
                  </a:cubicBezTo>
                  <a:cubicBezTo>
                    <a:pt x="3958590" y="995680"/>
                    <a:pt x="3964940" y="994410"/>
                    <a:pt x="3973830" y="995680"/>
                  </a:cubicBezTo>
                  <a:cubicBezTo>
                    <a:pt x="3986530" y="998220"/>
                    <a:pt x="4003040" y="1007110"/>
                    <a:pt x="4018280" y="1012190"/>
                  </a:cubicBezTo>
                  <a:cubicBezTo>
                    <a:pt x="4033520" y="1016000"/>
                    <a:pt x="4051300" y="1017270"/>
                    <a:pt x="4064000" y="1022350"/>
                  </a:cubicBezTo>
                  <a:cubicBezTo>
                    <a:pt x="4071620" y="1026160"/>
                    <a:pt x="4076700" y="1032510"/>
                    <a:pt x="4083050" y="1035050"/>
                  </a:cubicBezTo>
                  <a:cubicBezTo>
                    <a:pt x="4090670" y="1038860"/>
                    <a:pt x="4097020" y="1038860"/>
                    <a:pt x="4105910" y="1043940"/>
                  </a:cubicBezTo>
                  <a:cubicBezTo>
                    <a:pt x="4116070" y="1049020"/>
                    <a:pt x="4128770" y="1062990"/>
                    <a:pt x="4141470" y="1071880"/>
                  </a:cubicBezTo>
                  <a:cubicBezTo>
                    <a:pt x="4154170" y="1082040"/>
                    <a:pt x="4171950" y="1089660"/>
                    <a:pt x="4180840" y="1097280"/>
                  </a:cubicBezTo>
                  <a:cubicBezTo>
                    <a:pt x="4188460" y="1103630"/>
                    <a:pt x="4191000" y="1109980"/>
                    <a:pt x="4196080" y="1116330"/>
                  </a:cubicBezTo>
                  <a:cubicBezTo>
                    <a:pt x="4201160" y="1121410"/>
                    <a:pt x="4208780" y="1123950"/>
                    <a:pt x="4213860" y="1130300"/>
                  </a:cubicBezTo>
                  <a:cubicBezTo>
                    <a:pt x="4222750" y="1140460"/>
                    <a:pt x="4230370" y="1156970"/>
                    <a:pt x="4239260" y="1169670"/>
                  </a:cubicBezTo>
                  <a:cubicBezTo>
                    <a:pt x="4249420" y="1182370"/>
                    <a:pt x="4263390" y="1195070"/>
                    <a:pt x="4269740" y="1206500"/>
                  </a:cubicBezTo>
                  <a:cubicBezTo>
                    <a:pt x="4273550" y="1214120"/>
                    <a:pt x="4273550" y="1221740"/>
                    <a:pt x="4277360" y="1228090"/>
                  </a:cubicBezTo>
                  <a:cubicBezTo>
                    <a:pt x="4281170" y="1235710"/>
                    <a:pt x="4286250" y="1239520"/>
                    <a:pt x="4290060" y="1248410"/>
                  </a:cubicBezTo>
                  <a:cubicBezTo>
                    <a:pt x="4295140" y="1259840"/>
                    <a:pt x="4296410" y="1278890"/>
                    <a:pt x="4301490" y="1292860"/>
                  </a:cubicBezTo>
                  <a:cubicBezTo>
                    <a:pt x="4306570" y="1308100"/>
                    <a:pt x="4315460" y="1324610"/>
                    <a:pt x="4318000" y="1337310"/>
                  </a:cubicBezTo>
                  <a:cubicBezTo>
                    <a:pt x="4319270" y="1346200"/>
                    <a:pt x="4318000" y="1352550"/>
                    <a:pt x="4318000" y="1360170"/>
                  </a:cubicBezTo>
                  <a:cubicBezTo>
                    <a:pt x="4319270" y="1367790"/>
                    <a:pt x="4323080" y="1374140"/>
                    <a:pt x="4324350" y="1383030"/>
                  </a:cubicBezTo>
                  <a:cubicBezTo>
                    <a:pt x="4325620" y="1395730"/>
                    <a:pt x="4320540" y="1414780"/>
                    <a:pt x="4320540" y="1430020"/>
                  </a:cubicBezTo>
                  <a:cubicBezTo>
                    <a:pt x="4320540" y="1445260"/>
                    <a:pt x="4324350" y="1464310"/>
                    <a:pt x="4321810" y="1477010"/>
                  </a:cubicBezTo>
                  <a:cubicBezTo>
                    <a:pt x="4320540" y="1485900"/>
                    <a:pt x="4316730" y="1490980"/>
                    <a:pt x="4315460" y="1498600"/>
                  </a:cubicBezTo>
                  <a:cubicBezTo>
                    <a:pt x="4314190" y="1506220"/>
                    <a:pt x="4315460" y="1513840"/>
                    <a:pt x="4312920" y="1522730"/>
                  </a:cubicBezTo>
                  <a:cubicBezTo>
                    <a:pt x="4310380" y="1535430"/>
                    <a:pt x="4300220" y="1550670"/>
                    <a:pt x="4295140" y="1565910"/>
                  </a:cubicBezTo>
                  <a:cubicBezTo>
                    <a:pt x="4290060" y="1579880"/>
                    <a:pt x="4287520" y="1598930"/>
                    <a:pt x="4281170" y="1610360"/>
                  </a:cubicBezTo>
                  <a:cubicBezTo>
                    <a:pt x="4277360" y="1617980"/>
                    <a:pt x="4272280" y="1623060"/>
                    <a:pt x="4268470" y="1629410"/>
                  </a:cubicBezTo>
                  <a:cubicBezTo>
                    <a:pt x="4264660" y="1635760"/>
                    <a:pt x="4263390" y="1643380"/>
                    <a:pt x="4258310" y="1651000"/>
                  </a:cubicBezTo>
                  <a:cubicBezTo>
                    <a:pt x="4251960" y="1661160"/>
                    <a:pt x="4236720" y="1673860"/>
                    <a:pt x="4227830" y="1685290"/>
                  </a:cubicBezTo>
                  <a:cubicBezTo>
                    <a:pt x="4217670" y="1697990"/>
                    <a:pt x="4207510" y="1718310"/>
                    <a:pt x="4199890" y="1723390"/>
                  </a:cubicBezTo>
                  <a:cubicBezTo>
                    <a:pt x="4197350" y="1725930"/>
                    <a:pt x="4194810" y="1724660"/>
                    <a:pt x="4192270" y="1725930"/>
                  </a:cubicBezTo>
                  <a:cubicBezTo>
                    <a:pt x="4184650" y="1729740"/>
                    <a:pt x="4178300" y="1744980"/>
                    <a:pt x="4165600" y="1755140"/>
                  </a:cubicBezTo>
                  <a:cubicBezTo>
                    <a:pt x="4141470" y="1775460"/>
                    <a:pt x="4086860" y="1808480"/>
                    <a:pt x="4044950" y="1823720"/>
                  </a:cubicBezTo>
                  <a:cubicBezTo>
                    <a:pt x="4001770" y="1840230"/>
                    <a:pt x="3952240" y="1849120"/>
                    <a:pt x="3907790" y="1851660"/>
                  </a:cubicBezTo>
                  <a:cubicBezTo>
                    <a:pt x="3863340" y="1852930"/>
                    <a:pt x="3829050" y="1831340"/>
                    <a:pt x="3778250" y="1833880"/>
                  </a:cubicBezTo>
                  <a:cubicBezTo>
                    <a:pt x="3703320" y="1838960"/>
                    <a:pt x="3605530" y="1893570"/>
                    <a:pt x="3507740" y="1903730"/>
                  </a:cubicBezTo>
                  <a:cubicBezTo>
                    <a:pt x="3393440" y="1916430"/>
                    <a:pt x="3265170" y="1891030"/>
                    <a:pt x="3131820" y="1892300"/>
                  </a:cubicBezTo>
                  <a:cubicBezTo>
                    <a:pt x="2979420" y="1893570"/>
                    <a:pt x="2802890" y="1917700"/>
                    <a:pt x="2641600" y="1916430"/>
                  </a:cubicBezTo>
                  <a:cubicBezTo>
                    <a:pt x="2487930" y="1916430"/>
                    <a:pt x="2188210" y="1888490"/>
                    <a:pt x="2186940" y="1888490"/>
                  </a:cubicBezTo>
                  <a:cubicBezTo>
                    <a:pt x="2185670" y="1889760"/>
                    <a:pt x="2153920" y="1894840"/>
                    <a:pt x="2137410" y="1897380"/>
                  </a:cubicBezTo>
                  <a:cubicBezTo>
                    <a:pt x="2120900" y="1899920"/>
                    <a:pt x="2089150" y="1906270"/>
                    <a:pt x="2089150" y="1906270"/>
                  </a:cubicBezTo>
                  <a:cubicBezTo>
                    <a:pt x="2087880" y="1906270"/>
                    <a:pt x="2056130" y="1903730"/>
                    <a:pt x="2039620" y="1902460"/>
                  </a:cubicBezTo>
                  <a:cubicBezTo>
                    <a:pt x="2023110" y="1901190"/>
                    <a:pt x="1990090" y="1898650"/>
                    <a:pt x="1990090" y="1898650"/>
                  </a:cubicBezTo>
                  <a:cubicBezTo>
                    <a:pt x="1988820" y="1898650"/>
                    <a:pt x="1958340" y="1888490"/>
                    <a:pt x="1943100" y="1883410"/>
                  </a:cubicBezTo>
                  <a:cubicBezTo>
                    <a:pt x="1926590" y="1878330"/>
                    <a:pt x="1896110" y="1868170"/>
                    <a:pt x="1894840" y="1868170"/>
                  </a:cubicBezTo>
                  <a:cubicBezTo>
                    <a:pt x="1894840" y="1868170"/>
                    <a:pt x="1866900" y="1850390"/>
                    <a:pt x="1852930" y="1841500"/>
                  </a:cubicBezTo>
                  <a:cubicBezTo>
                    <a:pt x="1838960" y="1832610"/>
                    <a:pt x="1811020" y="1816100"/>
                    <a:pt x="1811020" y="1814830"/>
                  </a:cubicBezTo>
                  <a:cubicBezTo>
                    <a:pt x="1809750" y="1814830"/>
                    <a:pt x="1788160" y="1791970"/>
                    <a:pt x="1776730" y="1779270"/>
                  </a:cubicBezTo>
                  <a:cubicBezTo>
                    <a:pt x="1764030" y="1767840"/>
                    <a:pt x="1742440" y="1744980"/>
                    <a:pt x="1741170" y="1743710"/>
                  </a:cubicBezTo>
                  <a:cubicBezTo>
                    <a:pt x="1741170" y="1743710"/>
                    <a:pt x="1724660" y="1715770"/>
                    <a:pt x="1715770" y="1701800"/>
                  </a:cubicBezTo>
                  <a:cubicBezTo>
                    <a:pt x="1708150" y="1687830"/>
                    <a:pt x="1691640" y="1659890"/>
                    <a:pt x="1691640" y="1658620"/>
                  </a:cubicBezTo>
                  <a:cubicBezTo>
                    <a:pt x="1690370" y="1658620"/>
                    <a:pt x="1681480" y="1626870"/>
                    <a:pt x="1676400" y="1611630"/>
                  </a:cubicBezTo>
                  <a:cubicBezTo>
                    <a:pt x="1672590" y="1595120"/>
                    <a:pt x="1662430" y="1564640"/>
                    <a:pt x="1662430" y="1563370"/>
                  </a:cubicBezTo>
                  <a:cubicBezTo>
                    <a:pt x="1662430" y="1563370"/>
                    <a:pt x="1661160" y="1530350"/>
                    <a:pt x="1659890" y="1513840"/>
                  </a:cubicBezTo>
                  <a:cubicBezTo>
                    <a:pt x="1659890" y="1497330"/>
                    <a:pt x="1657350" y="1464310"/>
                    <a:pt x="1657350" y="1464310"/>
                  </a:cubicBezTo>
                  <a:cubicBezTo>
                    <a:pt x="1658620" y="1463040"/>
                    <a:pt x="1663700" y="1431290"/>
                    <a:pt x="1667510" y="1416050"/>
                  </a:cubicBezTo>
                  <a:cubicBezTo>
                    <a:pt x="1671320" y="1399540"/>
                    <a:pt x="1676400" y="1367790"/>
                    <a:pt x="1677670" y="1366520"/>
                  </a:cubicBezTo>
                  <a:cubicBezTo>
                    <a:pt x="1677670" y="1366520"/>
                    <a:pt x="1691640" y="1336040"/>
                    <a:pt x="1697990" y="1322070"/>
                  </a:cubicBezTo>
                  <a:cubicBezTo>
                    <a:pt x="1705610" y="1306830"/>
                    <a:pt x="1718310" y="1277620"/>
                    <a:pt x="1718310" y="1276350"/>
                  </a:cubicBezTo>
                  <a:cubicBezTo>
                    <a:pt x="1719580" y="1276350"/>
                    <a:pt x="1719580" y="1276350"/>
                    <a:pt x="1719580" y="1276350"/>
                  </a:cubicBezTo>
                  <a:cubicBezTo>
                    <a:pt x="1719580" y="1276350"/>
                    <a:pt x="1731010" y="1267460"/>
                    <a:pt x="1731010" y="1261110"/>
                  </a:cubicBezTo>
                  <a:cubicBezTo>
                    <a:pt x="1731010" y="1253490"/>
                    <a:pt x="1708150" y="1235710"/>
                    <a:pt x="1706880" y="1235710"/>
                  </a:cubicBezTo>
                  <a:cubicBezTo>
                    <a:pt x="1706880" y="1235710"/>
                    <a:pt x="1705610" y="1228090"/>
                    <a:pt x="1701800" y="1225550"/>
                  </a:cubicBezTo>
                  <a:cubicBezTo>
                    <a:pt x="1694180" y="1223010"/>
                    <a:pt x="1657350" y="1228090"/>
                    <a:pt x="1645920" y="1239520"/>
                  </a:cubicBezTo>
                  <a:cubicBezTo>
                    <a:pt x="1634490" y="1252220"/>
                    <a:pt x="1642110" y="1280160"/>
                    <a:pt x="1634490" y="1301750"/>
                  </a:cubicBezTo>
                  <a:cubicBezTo>
                    <a:pt x="1626870" y="1328420"/>
                    <a:pt x="1612900" y="1360170"/>
                    <a:pt x="1597660" y="1386840"/>
                  </a:cubicBezTo>
                  <a:cubicBezTo>
                    <a:pt x="1581150" y="1412240"/>
                    <a:pt x="1562100" y="1437640"/>
                    <a:pt x="1540510" y="1459230"/>
                  </a:cubicBezTo>
                  <a:cubicBezTo>
                    <a:pt x="1518920" y="1480820"/>
                    <a:pt x="1494790" y="1501140"/>
                    <a:pt x="1468120" y="1516380"/>
                  </a:cubicBezTo>
                  <a:cubicBezTo>
                    <a:pt x="1441450" y="1532890"/>
                    <a:pt x="1413510" y="1545590"/>
                    <a:pt x="1384300" y="1555750"/>
                  </a:cubicBezTo>
                  <a:cubicBezTo>
                    <a:pt x="1355090" y="1564640"/>
                    <a:pt x="1292860" y="1572260"/>
                    <a:pt x="1292860" y="1572260"/>
                  </a:cubicBezTo>
                  <a:cubicBezTo>
                    <a:pt x="1292860" y="1572260"/>
                    <a:pt x="1098550" y="1586230"/>
                    <a:pt x="988060" y="1592580"/>
                  </a:cubicBezTo>
                  <a:cubicBezTo>
                    <a:pt x="857250" y="1601470"/>
                    <a:pt x="668020" y="1610360"/>
                    <a:pt x="558800" y="1614170"/>
                  </a:cubicBezTo>
                  <a:cubicBezTo>
                    <a:pt x="491490" y="1616710"/>
                    <a:pt x="394970" y="1619250"/>
                    <a:pt x="394970" y="1619250"/>
                  </a:cubicBezTo>
                  <a:cubicBezTo>
                    <a:pt x="393700" y="1619250"/>
                    <a:pt x="363220" y="1615440"/>
                    <a:pt x="347980" y="1614170"/>
                  </a:cubicBezTo>
                  <a:cubicBezTo>
                    <a:pt x="331470" y="1611630"/>
                    <a:pt x="300990" y="1607820"/>
                    <a:pt x="299720" y="1607820"/>
                  </a:cubicBezTo>
                  <a:cubicBezTo>
                    <a:pt x="299720" y="1607820"/>
                    <a:pt x="270510" y="1596390"/>
                    <a:pt x="255270" y="1591310"/>
                  </a:cubicBezTo>
                  <a:cubicBezTo>
                    <a:pt x="240030" y="1586230"/>
                    <a:pt x="210820" y="1574800"/>
                    <a:pt x="210820" y="1574800"/>
                  </a:cubicBezTo>
                  <a:cubicBezTo>
                    <a:pt x="210820" y="1574800"/>
                    <a:pt x="184150" y="1557020"/>
                    <a:pt x="171450" y="1548130"/>
                  </a:cubicBezTo>
                  <a:cubicBezTo>
                    <a:pt x="158750" y="1539240"/>
                    <a:pt x="132080" y="1521460"/>
                    <a:pt x="132080" y="1521460"/>
                  </a:cubicBezTo>
                  <a:cubicBezTo>
                    <a:pt x="132080" y="1520190"/>
                    <a:pt x="110490" y="1497330"/>
                    <a:pt x="100330" y="1485900"/>
                  </a:cubicBezTo>
                  <a:cubicBezTo>
                    <a:pt x="90170" y="1473200"/>
                    <a:pt x="68580" y="1450340"/>
                    <a:pt x="68580" y="1450340"/>
                  </a:cubicBezTo>
                  <a:cubicBezTo>
                    <a:pt x="68580" y="1449070"/>
                    <a:pt x="53340" y="1422400"/>
                    <a:pt x="45720" y="1408430"/>
                  </a:cubicBezTo>
                  <a:cubicBezTo>
                    <a:pt x="39370" y="1394460"/>
                    <a:pt x="24130" y="1366520"/>
                    <a:pt x="24130" y="1366520"/>
                  </a:cubicBezTo>
                  <a:cubicBezTo>
                    <a:pt x="24130" y="1365250"/>
                    <a:pt x="16510" y="1334770"/>
                    <a:pt x="12700" y="1319530"/>
                  </a:cubicBezTo>
                  <a:cubicBezTo>
                    <a:pt x="8890" y="1304290"/>
                    <a:pt x="1270" y="1273810"/>
                    <a:pt x="0" y="1273810"/>
                  </a:cubicBezTo>
                  <a:cubicBezTo>
                    <a:pt x="0" y="1272540"/>
                    <a:pt x="0" y="1242060"/>
                    <a:pt x="0" y="1225550"/>
                  </a:cubicBezTo>
                  <a:cubicBezTo>
                    <a:pt x="0" y="1210310"/>
                    <a:pt x="0" y="1178560"/>
                    <a:pt x="0" y="1178560"/>
                  </a:cubicBezTo>
                </a:path>
              </a:pathLst>
            </a:custGeom>
            <a:solidFill>
              <a:srgbClr val="FFFFFF"/>
            </a:solidFill>
            <a:ln cap="sq">
              <a:noFill/>
              <a:prstDash val="solid"/>
              <a:miter/>
            </a:ln>
          </p:spPr>
        </p:sp>
      </p:grpSp>
      <p:grpSp>
        <p:nvGrpSpPr>
          <p:cNvPr name="Group 9" id="9"/>
          <p:cNvGrpSpPr/>
          <p:nvPr/>
        </p:nvGrpSpPr>
        <p:grpSpPr>
          <a:xfrm rot="0">
            <a:off x="9951720" y="-515303"/>
            <a:ext cx="8045768" cy="1613535"/>
            <a:chOff x="0" y="0"/>
            <a:chExt cx="10727690" cy="2151380"/>
          </a:xfrm>
        </p:grpSpPr>
        <p:sp>
          <p:nvSpPr>
            <p:cNvPr name="Freeform 10" id="10"/>
            <p:cNvSpPr/>
            <p:nvPr/>
          </p:nvSpPr>
          <p:spPr>
            <a:xfrm flipH="false" flipV="false" rot="0">
              <a:off x="50800" y="50800"/>
              <a:ext cx="10625137" cy="2050540"/>
            </a:xfrm>
            <a:custGeom>
              <a:avLst/>
              <a:gdLst/>
              <a:ahLst/>
              <a:cxnLst/>
              <a:rect r="r" b="b" t="t" l="l"/>
              <a:pathLst>
                <a:path h="2050540" w="10625137">
                  <a:moveTo>
                    <a:pt x="0" y="998220"/>
                  </a:moveTo>
                  <a:cubicBezTo>
                    <a:pt x="5080" y="944880"/>
                    <a:pt x="3810" y="928370"/>
                    <a:pt x="5080" y="916940"/>
                  </a:cubicBezTo>
                  <a:cubicBezTo>
                    <a:pt x="6350" y="909320"/>
                    <a:pt x="10160" y="904240"/>
                    <a:pt x="11430" y="897890"/>
                  </a:cubicBezTo>
                  <a:cubicBezTo>
                    <a:pt x="13970" y="891540"/>
                    <a:pt x="11430" y="885190"/>
                    <a:pt x="13970" y="877570"/>
                  </a:cubicBezTo>
                  <a:cubicBezTo>
                    <a:pt x="17780" y="866140"/>
                    <a:pt x="26670" y="853440"/>
                    <a:pt x="31750" y="840740"/>
                  </a:cubicBezTo>
                  <a:cubicBezTo>
                    <a:pt x="36830" y="828040"/>
                    <a:pt x="39370" y="811530"/>
                    <a:pt x="45720" y="802640"/>
                  </a:cubicBezTo>
                  <a:cubicBezTo>
                    <a:pt x="49530" y="795020"/>
                    <a:pt x="54610" y="791210"/>
                    <a:pt x="57150" y="786130"/>
                  </a:cubicBezTo>
                  <a:cubicBezTo>
                    <a:pt x="60960" y="779780"/>
                    <a:pt x="62230" y="773430"/>
                    <a:pt x="66040" y="767080"/>
                  </a:cubicBezTo>
                  <a:cubicBezTo>
                    <a:pt x="72390" y="758190"/>
                    <a:pt x="86360" y="748030"/>
                    <a:pt x="95250" y="737870"/>
                  </a:cubicBezTo>
                  <a:cubicBezTo>
                    <a:pt x="104140" y="727710"/>
                    <a:pt x="111760" y="713740"/>
                    <a:pt x="119380" y="706120"/>
                  </a:cubicBezTo>
                  <a:cubicBezTo>
                    <a:pt x="125730" y="701040"/>
                    <a:pt x="132080" y="698500"/>
                    <a:pt x="137160" y="694690"/>
                  </a:cubicBezTo>
                  <a:cubicBezTo>
                    <a:pt x="142240" y="689610"/>
                    <a:pt x="144780" y="684530"/>
                    <a:pt x="151130" y="679450"/>
                  </a:cubicBezTo>
                  <a:cubicBezTo>
                    <a:pt x="160020" y="673100"/>
                    <a:pt x="175260" y="668020"/>
                    <a:pt x="187960" y="661670"/>
                  </a:cubicBezTo>
                  <a:cubicBezTo>
                    <a:pt x="199390" y="654050"/>
                    <a:pt x="204470" y="647700"/>
                    <a:pt x="220980" y="638810"/>
                  </a:cubicBezTo>
                  <a:cubicBezTo>
                    <a:pt x="259080" y="618490"/>
                    <a:pt x="334010" y="586740"/>
                    <a:pt x="417830" y="560070"/>
                  </a:cubicBezTo>
                  <a:cubicBezTo>
                    <a:pt x="554990" y="518160"/>
                    <a:pt x="805180" y="468630"/>
                    <a:pt x="974090" y="433070"/>
                  </a:cubicBezTo>
                  <a:cubicBezTo>
                    <a:pt x="1113790" y="405130"/>
                    <a:pt x="1228090" y="374650"/>
                    <a:pt x="1358900" y="363220"/>
                  </a:cubicBezTo>
                  <a:cubicBezTo>
                    <a:pt x="1492250" y="350520"/>
                    <a:pt x="1762760" y="364490"/>
                    <a:pt x="1764030" y="364490"/>
                  </a:cubicBezTo>
                  <a:cubicBezTo>
                    <a:pt x="1765300" y="364490"/>
                    <a:pt x="1791970" y="356870"/>
                    <a:pt x="1805940" y="353060"/>
                  </a:cubicBezTo>
                  <a:cubicBezTo>
                    <a:pt x="1819910" y="350520"/>
                    <a:pt x="1847850" y="342900"/>
                    <a:pt x="1847850" y="342900"/>
                  </a:cubicBezTo>
                  <a:cubicBezTo>
                    <a:pt x="1849120" y="342900"/>
                    <a:pt x="1849120" y="342900"/>
                    <a:pt x="1849120" y="342900"/>
                  </a:cubicBezTo>
                  <a:cubicBezTo>
                    <a:pt x="1849120" y="342900"/>
                    <a:pt x="1877060" y="342900"/>
                    <a:pt x="1892300" y="342900"/>
                  </a:cubicBezTo>
                  <a:cubicBezTo>
                    <a:pt x="1906270" y="342900"/>
                    <a:pt x="1934210" y="342900"/>
                    <a:pt x="1935480" y="342900"/>
                  </a:cubicBezTo>
                  <a:cubicBezTo>
                    <a:pt x="1935480" y="342900"/>
                    <a:pt x="1963420" y="349250"/>
                    <a:pt x="1977390" y="353060"/>
                  </a:cubicBezTo>
                  <a:cubicBezTo>
                    <a:pt x="1991360" y="356870"/>
                    <a:pt x="2018030" y="363220"/>
                    <a:pt x="2019300" y="363220"/>
                  </a:cubicBezTo>
                  <a:cubicBezTo>
                    <a:pt x="2019300" y="363220"/>
                    <a:pt x="2044700" y="375920"/>
                    <a:pt x="2057400" y="383540"/>
                  </a:cubicBezTo>
                  <a:cubicBezTo>
                    <a:pt x="2070100" y="389890"/>
                    <a:pt x="2095500" y="402590"/>
                    <a:pt x="2095500" y="402590"/>
                  </a:cubicBezTo>
                  <a:cubicBezTo>
                    <a:pt x="2096770" y="403860"/>
                    <a:pt x="2117090" y="421640"/>
                    <a:pt x="2128520" y="431800"/>
                  </a:cubicBezTo>
                  <a:cubicBezTo>
                    <a:pt x="2139950" y="440690"/>
                    <a:pt x="2160270" y="459740"/>
                    <a:pt x="2161540" y="459740"/>
                  </a:cubicBezTo>
                  <a:cubicBezTo>
                    <a:pt x="2161540" y="461010"/>
                    <a:pt x="2180590" y="488950"/>
                    <a:pt x="2185670" y="495300"/>
                  </a:cubicBezTo>
                  <a:cubicBezTo>
                    <a:pt x="2188210" y="499110"/>
                    <a:pt x="2186940" y="500380"/>
                    <a:pt x="2190750" y="501650"/>
                  </a:cubicBezTo>
                  <a:cubicBezTo>
                    <a:pt x="2221230" y="515620"/>
                    <a:pt x="2569210" y="433070"/>
                    <a:pt x="2763520" y="420370"/>
                  </a:cubicBezTo>
                  <a:cubicBezTo>
                    <a:pt x="2962910" y="406400"/>
                    <a:pt x="3366770" y="425450"/>
                    <a:pt x="3369310" y="425450"/>
                  </a:cubicBezTo>
                  <a:cubicBezTo>
                    <a:pt x="3369310" y="425450"/>
                    <a:pt x="3397250" y="422910"/>
                    <a:pt x="3411220" y="421640"/>
                  </a:cubicBezTo>
                  <a:cubicBezTo>
                    <a:pt x="3425190" y="420370"/>
                    <a:pt x="3451860" y="417830"/>
                    <a:pt x="3453130" y="417830"/>
                  </a:cubicBezTo>
                  <a:cubicBezTo>
                    <a:pt x="3453130" y="417830"/>
                    <a:pt x="3479800" y="421640"/>
                    <a:pt x="3493770" y="424180"/>
                  </a:cubicBezTo>
                  <a:cubicBezTo>
                    <a:pt x="3507740" y="426720"/>
                    <a:pt x="3535680" y="430530"/>
                    <a:pt x="3535680" y="430530"/>
                  </a:cubicBezTo>
                  <a:cubicBezTo>
                    <a:pt x="3535680" y="430530"/>
                    <a:pt x="3536950" y="431800"/>
                    <a:pt x="3539490" y="431800"/>
                  </a:cubicBezTo>
                  <a:cubicBezTo>
                    <a:pt x="3557270" y="434340"/>
                    <a:pt x="3686810" y="401320"/>
                    <a:pt x="3776980" y="393700"/>
                  </a:cubicBezTo>
                  <a:cubicBezTo>
                    <a:pt x="3890010" y="384810"/>
                    <a:pt x="4166870" y="392430"/>
                    <a:pt x="4168140" y="392430"/>
                  </a:cubicBezTo>
                  <a:cubicBezTo>
                    <a:pt x="4169410" y="392430"/>
                    <a:pt x="4197350" y="389890"/>
                    <a:pt x="4211320" y="388620"/>
                  </a:cubicBezTo>
                  <a:cubicBezTo>
                    <a:pt x="4225290" y="387350"/>
                    <a:pt x="4253230" y="383540"/>
                    <a:pt x="4253230" y="383540"/>
                  </a:cubicBezTo>
                  <a:cubicBezTo>
                    <a:pt x="4254500" y="383540"/>
                    <a:pt x="4281170" y="387350"/>
                    <a:pt x="4295140" y="389890"/>
                  </a:cubicBezTo>
                  <a:cubicBezTo>
                    <a:pt x="4309110" y="391160"/>
                    <a:pt x="4337050" y="394970"/>
                    <a:pt x="4338320" y="394970"/>
                  </a:cubicBezTo>
                  <a:cubicBezTo>
                    <a:pt x="4338320" y="394970"/>
                    <a:pt x="4363720" y="406400"/>
                    <a:pt x="4377690" y="411480"/>
                  </a:cubicBezTo>
                  <a:cubicBezTo>
                    <a:pt x="4390390" y="416560"/>
                    <a:pt x="4417060" y="426720"/>
                    <a:pt x="4417060" y="426720"/>
                  </a:cubicBezTo>
                  <a:cubicBezTo>
                    <a:pt x="4417060" y="426720"/>
                    <a:pt x="4436110" y="441960"/>
                    <a:pt x="4438650" y="441960"/>
                  </a:cubicBezTo>
                  <a:cubicBezTo>
                    <a:pt x="4439920" y="443230"/>
                    <a:pt x="4439920" y="441960"/>
                    <a:pt x="4441190" y="441960"/>
                  </a:cubicBezTo>
                  <a:cubicBezTo>
                    <a:pt x="4455160" y="439420"/>
                    <a:pt x="4589780" y="422910"/>
                    <a:pt x="4669790" y="415290"/>
                  </a:cubicBezTo>
                  <a:cubicBezTo>
                    <a:pt x="4759960" y="406400"/>
                    <a:pt x="4853940" y="400050"/>
                    <a:pt x="4954270" y="391160"/>
                  </a:cubicBezTo>
                  <a:cubicBezTo>
                    <a:pt x="5068570" y="381000"/>
                    <a:pt x="5276850" y="359410"/>
                    <a:pt x="5320030" y="356870"/>
                  </a:cubicBezTo>
                  <a:cubicBezTo>
                    <a:pt x="5330190" y="355600"/>
                    <a:pt x="5327650" y="356870"/>
                    <a:pt x="5337810" y="356870"/>
                  </a:cubicBezTo>
                  <a:cubicBezTo>
                    <a:pt x="5400040" y="353060"/>
                    <a:pt x="5759450" y="311150"/>
                    <a:pt x="6003290" y="285750"/>
                  </a:cubicBezTo>
                  <a:cubicBezTo>
                    <a:pt x="6299200" y="255270"/>
                    <a:pt x="6661150" y="214630"/>
                    <a:pt x="6991350" y="185420"/>
                  </a:cubicBezTo>
                  <a:cubicBezTo>
                    <a:pt x="7322820" y="154940"/>
                    <a:pt x="7663180" y="135890"/>
                    <a:pt x="7988300" y="109220"/>
                  </a:cubicBezTo>
                  <a:cubicBezTo>
                    <a:pt x="8299450" y="82550"/>
                    <a:pt x="8604250" y="43180"/>
                    <a:pt x="8902700" y="26670"/>
                  </a:cubicBezTo>
                  <a:cubicBezTo>
                    <a:pt x="9187180" y="10160"/>
                    <a:pt x="9738360" y="6350"/>
                    <a:pt x="9740900" y="6350"/>
                  </a:cubicBezTo>
                  <a:cubicBezTo>
                    <a:pt x="9740900" y="6350"/>
                    <a:pt x="9765030" y="3810"/>
                    <a:pt x="9777730" y="2540"/>
                  </a:cubicBezTo>
                  <a:cubicBezTo>
                    <a:pt x="9790430" y="2540"/>
                    <a:pt x="9815830" y="0"/>
                    <a:pt x="9815830" y="0"/>
                  </a:cubicBezTo>
                  <a:cubicBezTo>
                    <a:pt x="9817100" y="0"/>
                    <a:pt x="9841230" y="5080"/>
                    <a:pt x="9853930" y="6350"/>
                  </a:cubicBezTo>
                  <a:cubicBezTo>
                    <a:pt x="9866630" y="8890"/>
                    <a:pt x="9890760" y="12700"/>
                    <a:pt x="9892030" y="12700"/>
                  </a:cubicBezTo>
                  <a:cubicBezTo>
                    <a:pt x="9892030" y="12700"/>
                    <a:pt x="9914890" y="22860"/>
                    <a:pt x="9926320" y="27940"/>
                  </a:cubicBezTo>
                  <a:cubicBezTo>
                    <a:pt x="9937750" y="33020"/>
                    <a:pt x="9960610" y="43180"/>
                    <a:pt x="9961880" y="43180"/>
                  </a:cubicBezTo>
                  <a:cubicBezTo>
                    <a:pt x="9961880" y="44450"/>
                    <a:pt x="9982200" y="58420"/>
                    <a:pt x="9991090" y="67310"/>
                  </a:cubicBezTo>
                  <a:cubicBezTo>
                    <a:pt x="10001250" y="74930"/>
                    <a:pt x="10021570" y="88900"/>
                    <a:pt x="10021570" y="90170"/>
                  </a:cubicBezTo>
                  <a:cubicBezTo>
                    <a:pt x="10022840" y="90170"/>
                    <a:pt x="10038080" y="109220"/>
                    <a:pt x="10045700" y="119380"/>
                  </a:cubicBezTo>
                  <a:cubicBezTo>
                    <a:pt x="10053320" y="129540"/>
                    <a:pt x="10069830" y="148590"/>
                    <a:pt x="10069830" y="148590"/>
                  </a:cubicBezTo>
                  <a:cubicBezTo>
                    <a:pt x="10069830" y="148590"/>
                    <a:pt x="10069830" y="148590"/>
                    <a:pt x="10069830" y="149860"/>
                  </a:cubicBezTo>
                  <a:cubicBezTo>
                    <a:pt x="10069830" y="149860"/>
                    <a:pt x="10079990" y="172720"/>
                    <a:pt x="10086340" y="184150"/>
                  </a:cubicBezTo>
                  <a:cubicBezTo>
                    <a:pt x="10091420" y="195580"/>
                    <a:pt x="10101580" y="218440"/>
                    <a:pt x="10101580" y="218440"/>
                  </a:cubicBezTo>
                  <a:cubicBezTo>
                    <a:pt x="10101580" y="218440"/>
                    <a:pt x="10106660" y="243840"/>
                    <a:pt x="10109200" y="255270"/>
                  </a:cubicBezTo>
                  <a:cubicBezTo>
                    <a:pt x="10111740" y="267970"/>
                    <a:pt x="10116820" y="292100"/>
                    <a:pt x="10116820" y="293370"/>
                  </a:cubicBezTo>
                  <a:cubicBezTo>
                    <a:pt x="10116820" y="293370"/>
                    <a:pt x="10115550" y="318770"/>
                    <a:pt x="10114280" y="331470"/>
                  </a:cubicBezTo>
                  <a:cubicBezTo>
                    <a:pt x="10114280" y="344170"/>
                    <a:pt x="10113010" y="368300"/>
                    <a:pt x="10113010" y="369570"/>
                  </a:cubicBezTo>
                  <a:cubicBezTo>
                    <a:pt x="10113010" y="369570"/>
                    <a:pt x="10105390" y="393700"/>
                    <a:pt x="10101580" y="406400"/>
                  </a:cubicBezTo>
                  <a:cubicBezTo>
                    <a:pt x="10099040" y="417830"/>
                    <a:pt x="10091420" y="441960"/>
                    <a:pt x="10091420" y="441960"/>
                  </a:cubicBezTo>
                  <a:cubicBezTo>
                    <a:pt x="10091420" y="443230"/>
                    <a:pt x="10078720" y="464820"/>
                    <a:pt x="10072370" y="474980"/>
                  </a:cubicBezTo>
                  <a:cubicBezTo>
                    <a:pt x="10066020" y="486410"/>
                    <a:pt x="10053320" y="508000"/>
                    <a:pt x="10052050" y="508000"/>
                  </a:cubicBezTo>
                  <a:cubicBezTo>
                    <a:pt x="10052050" y="508000"/>
                    <a:pt x="10034270" y="525780"/>
                    <a:pt x="10025380" y="535940"/>
                  </a:cubicBezTo>
                  <a:cubicBezTo>
                    <a:pt x="10016490" y="544830"/>
                    <a:pt x="9999980" y="562610"/>
                    <a:pt x="9999980" y="562610"/>
                  </a:cubicBezTo>
                  <a:cubicBezTo>
                    <a:pt x="9998710" y="562610"/>
                    <a:pt x="9978390" y="576580"/>
                    <a:pt x="9966960" y="582930"/>
                  </a:cubicBezTo>
                  <a:cubicBezTo>
                    <a:pt x="9956800" y="589280"/>
                    <a:pt x="9935210" y="603250"/>
                    <a:pt x="9935210" y="603250"/>
                  </a:cubicBezTo>
                  <a:cubicBezTo>
                    <a:pt x="9933940" y="603250"/>
                    <a:pt x="9904730" y="609600"/>
                    <a:pt x="9906000" y="612140"/>
                  </a:cubicBezTo>
                  <a:cubicBezTo>
                    <a:pt x="9907270" y="622300"/>
                    <a:pt x="10196830" y="645160"/>
                    <a:pt x="10198100" y="645160"/>
                  </a:cubicBezTo>
                  <a:cubicBezTo>
                    <a:pt x="10198100" y="645160"/>
                    <a:pt x="10224770" y="647700"/>
                    <a:pt x="10238740" y="648970"/>
                  </a:cubicBezTo>
                  <a:cubicBezTo>
                    <a:pt x="10251440" y="650240"/>
                    <a:pt x="10278110" y="652780"/>
                    <a:pt x="10278110" y="652780"/>
                  </a:cubicBezTo>
                  <a:cubicBezTo>
                    <a:pt x="10279380" y="652780"/>
                    <a:pt x="10304780" y="661670"/>
                    <a:pt x="10317480" y="666750"/>
                  </a:cubicBezTo>
                  <a:cubicBezTo>
                    <a:pt x="10330180" y="670560"/>
                    <a:pt x="10354310" y="679450"/>
                    <a:pt x="10355580" y="680720"/>
                  </a:cubicBezTo>
                  <a:cubicBezTo>
                    <a:pt x="10355580" y="680720"/>
                    <a:pt x="10378440" y="694690"/>
                    <a:pt x="10389870" y="702310"/>
                  </a:cubicBezTo>
                  <a:cubicBezTo>
                    <a:pt x="10401300" y="709930"/>
                    <a:pt x="10422890" y="723900"/>
                    <a:pt x="10422890" y="725170"/>
                  </a:cubicBezTo>
                  <a:cubicBezTo>
                    <a:pt x="10424160" y="725170"/>
                    <a:pt x="10441940" y="744220"/>
                    <a:pt x="10450830" y="754380"/>
                  </a:cubicBezTo>
                  <a:cubicBezTo>
                    <a:pt x="10459720" y="764540"/>
                    <a:pt x="10478770" y="783590"/>
                    <a:pt x="10478770" y="784860"/>
                  </a:cubicBezTo>
                  <a:cubicBezTo>
                    <a:pt x="10478770" y="784860"/>
                    <a:pt x="10491470" y="807720"/>
                    <a:pt x="10497820" y="820420"/>
                  </a:cubicBezTo>
                  <a:cubicBezTo>
                    <a:pt x="10505440" y="831850"/>
                    <a:pt x="10518140" y="854710"/>
                    <a:pt x="10518140" y="855980"/>
                  </a:cubicBezTo>
                  <a:cubicBezTo>
                    <a:pt x="10518140" y="855980"/>
                    <a:pt x="10525760" y="881380"/>
                    <a:pt x="10528300" y="894080"/>
                  </a:cubicBezTo>
                  <a:cubicBezTo>
                    <a:pt x="10532110" y="908050"/>
                    <a:pt x="10539730" y="933450"/>
                    <a:pt x="10539730" y="933450"/>
                  </a:cubicBezTo>
                  <a:cubicBezTo>
                    <a:pt x="10539730" y="934720"/>
                    <a:pt x="10539730" y="961390"/>
                    <a:pt x="10541000" y="974090"/>
                  </a:cubicBezTo>
                  <a:cubicBezTo>
                    <a:pt x="10541000" y="988060"/>
                    <a:pt x="10541000" y="1014730"/>
                    <a:pt x="10541000" y="1014730"/>
                  </a:cubicBezTo>
                  <a:cubicBezTo>
                    <a:pt x="10541000" y="1016000"/>
                    <a:pt x="10535920" y="1041400"/>
                    <a:pt x="10532110" y="1055370"/>
                  </a:cubicBezTo>
                  <a:cubicBezTo>
                    <a:pt x="10529570" y="1068070"/>
                    <a:pt x="10524490" y="1093470"/>
                    <a:pt x="10523220" y="1094740"/>
                  </a:cubicBezTo>
                  <a:cubicBezTo>
                    <a:pt x="10523220" y="1094740"/>
                    <a:pt x="10511790" y="1118870"/>
                    <a:pt x="10505440" y="1131570"/>
                  </a:cubicBezTo>
                  <a:cubicBezTo>
                    <a:pt x="10499090" y="1143000"/>
                    <a:pt x="10487660" y="1167130"/>
                    <a:pt x="10487660" y="1167130"/>
                  </a:cubicBezTo>
                  <a:cubicBezTo>
                    <a:pt x="10487660" y="1168400"/>
                    <a:pt x="10469880" y="1188720"/>
                    <a:pt x="10460990" y="1198880"/>
                  </a:cubicBezTo>
                  <a:cubicBezTo>
                    <a:pt x="10452100" y="1209040"/>
                    <a:pt x="10435590" y="1229360"/>
                    <a:pt x="10435590" y="1229360"/>
                  </a:cubicBezTo>
                  <a:cubicBezTo>
                    <a:pt x="10434320" y="1229360"/>
                    <a:pt x="10412730" y="1245870"/>
                    <a:pt x="10402570" y="1253490"/>
                  </a:cubicBezTo>
                  <a:cubicBezTo>
                    <a:pt x="10391140" y="1261110"/>
                    <a:pt x="10369550" y="1277620"/>
                    <a:pt x="10369550" y="1277620"/>
                  </a:cubicBezTo>
                  <a:cubicBezTo>
                    <a:pt x="10368280" y="1277620"/>
                    <a:pt x="10342880" y="1287780"/>
                    <a:pt x="10331450" y="1292860"/>
                  </a:cubicBezTo>
                  <a:cubicBezTo>
                    <a:pt x="10322560" y="1296670"/>
                    <a:pt x="10308590" y="1299210"/>
                    <a:pt x="10308590" y="1301750"/>
                  </a:cubicBezTo>
                  <a:cubicBezTo>
                    <a:pt x="10308590" y="1306830"/>
                    <a:pt x="10349230" y="1308100"/>
                    <a:pt x="10370820" y="1315720"/>
                  </a:cubicBezTo>
                  <a:cubicBezTo>
                    <a:pt x="10396220" y="1324610"/>
                    <a:pt x="10426700" y="1338580"/>
                    <a:pt x="10452100" y="1355090"/>
                  </a:cubicBezTo>
                  <a:cubicBezTo>
                    <a:pt x="10477500" y="1371600"/>
                    <a:pt x="10501630" y="1391920"/>
                    <a:pt x="10521950" y="1413510"/>
                  </a:cubicBezTo>
                  <a:cubicBezTo>
                    <a:pt x="10543540" y="1435100"/>
                    <a:pt x="10561320" y="1460500"/>
                    <a:pt x="10576560" y="1487170"/>
                  </a:cubicBezTo>
                  <a:cubicBezTo>
                    <a:pt x="10591800" y="1512570"/>
                    <a:pt x="10603230" y="1541780"/>
                    <a:pt x="10612120" y="1570990"/>
                  </a:cubicBezTo>
                  <a:cubicBezTo>
                    <a:pt x="10619740" y="1600200"/>
                    <a:pt x="10624820" y="1630680"/>
                    <a:pt x="10624820" y="1661160"/>
                  </a:cubicBezTo>
                  <a:cubicBezTo>
                    <a:pt x="10626090" y="1691640"/>
                    <a:pt x="10623550" y="1722120"/>
                    <a:pt x="10617200" y="1751330"/>
                  </a:cubicBezTo>
                  <a:cubicBezTo>
                    <a:pt x="10610850" y="1781810"/>
                    <a:pt x="10600690" y="1811020"/>
                    <a:pt x="10587990" y="1837690"/>
                  </a:cubicBezTo>
                  <a:cubicBezTo>
                    <a:pt x="10574020" y="1865630"/>
                    <a:pt x="10557510" y="1891030"/>
                    <a:pt x="10538460" y="1915160"/>
                  </a:cubicBezTo>
                  <a:cubicBezTo>
                    <a:pt x="10519410" y="1938020"/>
                    <a:pt x="10496550" y="1959610"/>
                    <a:pt x="10472420" y="1977390"/>
                  </a:cubicBezTo>
                  <a:cubicBezTo>
                    <a:pt x="10447020" y="1995170"/>
                    <a:pt x="10420350" y="2010410"/>
                    <a:pt x="10392410" y="2021840"/>
                  </a:cubicBezTo>
                  <a:cubicBezTo>
                    <a:pt x="10364470" y="2033270"/>
                    <a:pt x="10333990" y="2042160"/>
                    <a:pt x="10304780" y="2047240"/>
                  </a:cubicBezTo>
                  <a:cubicBezTo>
                    <a:pt x="10274300" y="2051050"/>
                    <a:pt x="10256520" y="2051050"/>
                    <a:pt x="10213340" y="2049780"/>
                  </a:cubicBezTo>
                  <a:cubicBezTo>
                    <a:pt x="10111740" y="2045970"/>
                    <a:pt x="9859010" y="2016760"/>
                    <a:pt x="9697720" y="1996440"/>
                  </a:cubicBezTo>
                  <a:cubicBezTo>
                    <a:pt x="9552940" y="1977390"/>
                    <a:pt x="9438640" y="1948180"/>
                    <a:pt x="9288780" y="1932940"/>
                  </a:cubicBezTo>
                  <a:cubicBezTo>
                    <a:pt x="9109710" y="1915160"/>
                    <a:pt x="8892540" y="1910080"/>
                    <a:pt x="8691880" y="1905000"/>
                  </a:cubicBezTo>
                  <a:cubicBezTo>
                    <a:pt x="8486140" y="1899920"/>
                    <a:pt x="8274050" y="1906270"/>
                    <a:pt x="8070850" y="1902460"/>
                  </a:cubicBezTo>
                  <a:cubicBezTo>
                    <a:pt x="7874000" y="1898650"/>
                    <a:pt x="7680960" y="1894840"/>
                    <a:pt x="7491730" y="1885950"/>
                  </a:cubicBezTo>
                  <a:cubicBezTo>
                    <a:pt x="7311390" y="1877060"/>
                    <a:pt x="7134860" y="1863090"/>
                    <a:pt x="6963410" y="1850390"/>
                  </a:cubicBezTo>
                  <a:cubicBezTo>
                    <a:pt x="6800850" y="1838960"/>
                    <a:pt x="6649720" y="1830070"/>
                    <a:pt x="6490970" y="1817370"/>
                  </a:cubicBezTo>
                  <a:cubicBezTo>
                    <a:pt x="6328410" y="1803400"/>
                    <a:pt x="6123940" y="1784350"/>
                    <a:pt x="5996940" y="1771650"/>
                  </a:cubicBezTo>
                  <a:cubicBezTo>
                    <a:pt x="5919470" y="1765300"/>
                    <a:pt x="5848350" y="1760220"/>
                    <a:pt x="5806440" y="1753870"/>
                  </a:cubicBezTo>
                  <a:cubicBezTo>
                    <a:pt x="5786120" y="1750060"/>
                    <a:pt x="5775960" y="1747520"/>
                    <a:pt x="5760720" y="1743710"/>
                  </a:cubicBezTo>
                  <a:cubicBezTo>
                    <a:pt x="5744210" y="1741170"/>
                    <a:pt x="5713730" y="1734820"/>
                    <a:pt x="5713730" y="1733550"/>
                  </a:cubicBezTo>
                  <a:cubicBezTo>
                    <a:pt x="5712460" y="1733550"/>
                    <a:pt x="5684520" y="1720850"/>
                    <a:pt x="5670550" y="1713230"/>
                  </a:cubicBezTo>
                  <a:cubicBezTo>
                    <a:pt x="5656580" y="1706880"/>
                    <a:pt x="5628640" y="1692910"/>
                    <a:pt x="5627370" y="1692910"/>
                  </a:cubicBezTo>
                  <a:cubicBezTo>
                    <a:pt x="5627370" y="1691640"/>
                    <a:pt x="5603240" y="1672590"/>
                    <a:pt x="5590540" y="1662430"/>
                  </a:cubicBezTo>
                  <a:cubicBezTo>
                    <a:pt x="5577840" y="1652270"/>
                    <a:pt x="5554980" y="1631950"/>
                    <a:pt x="5553710" y="1631950"/>
                  </a:cubicBezTo>
                  <a:cubicBezTo>
                    <a:pt x="5553710" y="1630680"/>
                    <a:pt x="5534660" y="1606550"/>
                    <a:pt x="5525770" y="1593850"/>
                  </a:cubicBezTo>
                  <a:cubicBezTo>
                    <a:pt x="5515610" y="1579880"/>
                    <a:pt x="5497830" y="1555750"/>
                    <a:pt x="5496560" y="1554480"/>
                  </a:cubicBezTo>
                  <a:cubicBezTo>
                    <a:pt x="5496560" y="1554480"/>
                    <a:pt x="5485130" y="1525270"/>
                    <a:pt x="5478780" y="1511300"/>
                  </a:cubicBezTo>
                  <a:cubicBezTo>
                    <a:pt x="5472430" y="1496060"/>
                    <a:pt x="5459730" y="1466850"/>
                    <a:pt x="5459730" y="1466850"/>
                  </a:cubicBezTo>
                  <a:cubicBezTo>
                    <a:pt x="5459730" y="1465580"/>
                    <a:pt x="5454650" y="1430020"/>
                    <a:pt x="5453380" y="1419860"/>
                  </a:cubicBezTo>
                  <a:cubicBezTo>
                    <a:pt x="5452110" y="1413510"/>
                    <a:pt x="5454650" y="1409700"/>
                    <a:pt x="5450840" y="1405890"/>
                  </a:cubicBezTo>
                  <a:cubicBezTo>
                    <a:pt x="5416550" y="1379220"/>
                    <a:pt x="4712970" y="1450340"/>
                    <a:pt x="4711700" y="1450340"/>
                  </a:cubicBezTo>
                  <a:cubicBezTo>
                    <a:pt x="4710430" y="1450340"/>
                    <a:pt x="4686300" y="1452880"/>
                    <a:pt x="4673600" y="1454150"/>
                  </a:cubicBezTo>
                  <a:cubicBezTo>
                    <a:pt x="4660900" y="1455420"/>
                    <a:pt x="4635500" y="1457960"/>
                    <a:pt x="4635500" y="1457960"/>
                  </a:cubicBezTo>
                  <a:cubicBezTo>
                    <a:pt x="4635500" y="1457960"/>
                    <a:pt x="4610100" y="1454150"/>
                    <a:pt x="4597400" y="1451610"/>
                  </a:cubicBezTo>
                  <a:cubicBezTo>
                    <a:pt x="4584700" y="1450340"/>
                    <a:pt x="4560570" y="1446530"/>
                    <a:pt x="4560570" y="1446530"/>
                  </a:cubicBezTo>
                  <a:cubicBezTo>
                    <a:pt x="4559300" y="1446530"/>
                    <a:pt x="4536440" y="1436370"/>
                    <a:pt x="4525010" y="1431290"/>
                  </a:cubicBezTo>
                  <a:cubicBezTo>
                    <a:pt x="4516120" y="1427480"/>
                    <a:pt x="4508500" y="1421130"/>
                    <a:pt x="4499610" y="1421130"/>
                  </a:cubicBezTo>
                  <a:cubicBezTo>
                    <a:pt x="4491990" y="1421130"/>
                    <a:pt x="4488180" y="1423670"/>
                    <a:pt x="4474210" y="1427480"/>
                  </a:cubicBezTo>
                  <a:cubicBezTo>
                    <a:pt x="4400550" y="1446530"/>
                    <a:pt x="3771900" y="1587500"/>
                    <a:pt x="3769360" y="1588770"/>
                  </a:cubicBezTo>
                  <a:cubicBezTo>
                    <a:pt x="3769360" y="1588770"/>
                    <a:pt x="3743960" y="1592580"/>
                    <a:pt x="3731260" y="1593850"/>
                  </a:cubicBezTo>
                  <a:cubicBezTo>
                    <a:pt x="3719830" y="1596390"/>
                    <a:pt x="3694430" y="1598930"/>
                    <a:pt x="3694430" y="1600200"/>
                  </a:cubicBezTo>
                  <a:cubicBezTo>
                    <a:pt x="3693160" y="1600200"/>
                    <a:pt x="3669030" y="1597660"/>
                    <a:pt x="3656330" y="1596390"/>
                  </a:cubicBezTo>
                  <a:cubicBezTo>
                    <a:pt x="3643630" y="1595120"/>
                    <a:pt x="3619500" y="1592580"/>
                    <a:pt x="3618230" y="1592580"/>
                  </a:cubicBezTo>
                  <a:cubicBezTo>
                    <a:pt x="3618230" y="1592580"/>
                    <a:pt x="3594100" y="1583690"/>
                    <a:pt x="3582670" y="1579880"/>
                  </a:cubicBezTo>
                  <a:cubicBezTo>
                    <a:pt x="3571240" y="1576070"/>
                    <a:pt x="3547110" y="1567180"/>
                    <a:pt x="3547110" y="1567180"/>
                  </a:cubicBezTo>
                  <a:cubicBezTo>
                    <a:pt x="3545840" y="1567180"/>
                    <a:pt x="3525520" y="1553210"/>
                    <a:pt x="3515360" y="1546860"/>
                  </a:cubicBezTo>
                  <a:cubicBezTo>
                    <a:pt x="3503930" y="1539240"/>
                    <a:pt x="3483610" y="1526540"/>
                    <a:pt x="3483610" y="1526540"/>
                  </a:cubicBezTo>
                  <a:cubicBezTo>
                    <a:pt x="3482340" y="1525270"/>
                    <a:pt x="3465830" y="1507490"/>
                    <a:pt x="3456940" y="1498600"/>
                  </a:cubicBezTo>
                  <a:cubicBezTo>
                    <a:pt x="3448050" y="1488440"/>
                    <a:pt x="3431540" y="1470660"/>
                    <a:pt x="3431540" y="1470660"/>
                  </a:cubicBezTo>
                  <a:cubicBezTo>
                    <a:pt x="3430270" y="1470660"/>
                    <a:pt x="3418840" y="1447800"/>
                    <a:pt x="3412490" y="1437640"/>
                  </a:cubicBezTo>
                  <a:cubicBezTo>
                    <a:pt x="3406140" y="1426210"/>
                    <a:pt x="3394710" y="1404620"/>
                    <a:pt x="3393440" y="1404620"/>
                  </a:cubicBezTo>
                  <a:cubicBezTo>
                    <a:pt x="3393440" y="1403350"/>
                    <a:pt x="3387090" y="1379220"/>
                    <a:pt x="3384550" y="1367790"/>
                  </a:cubicBezTo>
                  <a:cubicBezTo>
                    <a:pt x="3380740" y="1355090"/>
                    <a:pt x="3374390" y="1330960"/>
                    <a:pt x="3374390" y="1330960"/>
                  </a:cubicBezTo>
                  <a:cubicBezTo>
                    <a:pt x="3374390" y="1330960"/>
                    <a:pt x="3380740" y="1308100"/>
                    <a:pt x="3373120" y="1301750"/>
                  </a:cubicBezTo>
                  <a:cubicBezTo>
                    <a:pt x="3342640" y="1276350"/>
                    <a:pt x="2942590" y="1369060"/>
                    <a:pt x="2941320" y="1369060"/>
                  </a:cubicBezTo>
                  <a:cubicBezTo>
                    <a:pt x="2940050" y="1370330"/>
                    <a:pt x="2914650" y="1370330"/>
                    <a:pt x="2900680" y="1371600"/>
                  </a:cubicBezTo>
                  <a:cubicBezTo>
                    <a:pt x="2886710" y="1371600"/>
                    <a:pt x="2861310" y="1372870"/>
                    <a:pt x="2860040" y="1372870"/>
                  </a:cubicBezTo>
                  <a:cubicBezTo>
                    <a:pt x="2860040" y="1372870"/>
                    <a:pt x="2834640" y="1367790"/>
                    <a:pt x="2820670" y="1365250"/>
                  </a:cubicBezTo>
                  <a:cubicBezTo>
                    <a:pt x="2807970" y="1362710"/>
                    <a:pt x="2782570" y="1357630"/>
                    <a:pt x="2781300" y="1356360"/>
                  </a:cubicBezTo>
                  <a:cubicBezTo>
                    <a:pt x="2781300" y="1356360"/>
                    <a:pt x="2757170" y="1344930"/>
                    <a:pt x="2745740" y="1339850"/>
                  </a:cubicBezTo>
                  <a:cubicBezTo>
                    <a:pt x="2733040" y="1333500"/>
                    <a:pt x="2710180" y="1323340"/>
                    <a:pt x="2708910" y="1322070"/>
                  </a:cubicBezTo>
                  <a:cubicBezTo>
                    <a:pt x="2708910" y="1322070"/>
                    <a:pt x="2698750" y="1309370"/>
                    <a:pt x="2691130" y="1306830"/>
                  </a:cubicBezTo>
                  <a:cubicBezTo>
                    <a:pt x="2678430" y="1304290"/>
                    <a:pt x="2664460" y="1313180"/>
                    <a:pt x="2637790" y="1319530"/>
                  </a:cubicBezTo>
                  <a:cubicBezTo>
                    <a:pt x="2543810" y="1343660"/>
                    <a:pt x="2223770" y="1424940"/>
                    <a:pt x="2020570" y="1474470"/>
                  </a:cubicBezTo>
                  <a:cubicBezTo>
                    <a:pt x="1819910" y="1524000"/>
                    <a:pt x="1423670" y="1617980"/>
                    <a:pt x="1422400" y="1617980"/>
                  </a:cubicBezTo>
                  <a:cubicBezTo>
                    <a:pt x="1422400" y="1617980"/>
                    <a:pt x="1394460" y="1621790"/>
                    <a:pt x="1380490" y="1623060"/>
                  </a:cubicBezTo>
                  <a:cubicBezTo>
                    <a:pt x="1366520" y="1625600"/>
                    <a:pt x="1338580" y="1629410"/>
                    <a:pt x="1338580" y="1629410"/>
                  </a:cubicBezTo>
                  <a:cubicBezTo>
                    <a:pt x="1337310" y="1629410"/>
                    <a:pt x="1310640" y="1626870"/>
                    <a:pt x="1296670" y="1624330"/>
                  </a:cubicBezTo>
                  <a:cubicBezTo>
                    <a:pt x="1282700" y="1623060"/>
                    <a:pt x="1254760" y="1620520"/>
                    <a:pt x="1253490" y="1620520"/>
                  </a:cubicBezTo>
                  <a:cubicBezTo>
                    <a:pt x="1253490" y="1620520"/>
                    <a:pt x="1226820" y="1610360"/>
                    <a:pt x="1214120" y="1605280"/>
                  </a:cubicBezTo>
                  <a:cubicBezTo>
                    <a:pt x="1201420" y="1601470"/>
                    <a:pt x="1174750" y="1591310"/>
                    <a:pt x="1174750" y="1591310"/>
                  </a:cubicBezTo>
                  <a:cubicBezTo>
                    <a:pt x="1173480" y="1591310"/>
                    <a:pt x="1150620" y="1576070"/>
                    <a:pt x="1139190" y="1567180"/>
                  </a:cubicBezTo>
                  <a:cubicBezTo>
                    <a:pt x="1127760" y="1559560"/>
                    <a:pt x="1103630" y="1544320"/>
                    <a:pt x="1103630" y="1544320"/>
                  </a:cubicBezTo>
                  <a:cubicBezTo>
                    <a:pt x="1103630" y="1544320"/>
                    <a:pt x="1084580" y="1522730"/>
                    <a:pt x="1074420" y="1512570"/>
                  </a:cubicBezTo>
                  <a:cubicBezTo>
                    <a:pt x="1065530" y="1502410"/>
                    <a:pt x="1046480" y="1482090"/>
                    <a:pt x="1046480" y="1482090"/>
                  </a:cubicBezTo>
                  <a:cubicBezTo>
                    <a:pt x="1046480" y="1480820"/>
                    <a:pt x="1032510" y="1456690"/>
                    <a:pt x="1026160" y="1443990"/>
                  </a:cubicBezTo>
                  <a:cubicBezTo>
                    <a:pt x="1019810" y="1431290"/>
                    <a:pt x="1005840" y="1407160"/>
                    <a:pt x="1005840" y="1407160"/>
                  </a:cubicBezTo>
                  <a:cubicBezTo>
                    <a:pt x="1005840" y="1407160"/>
                    <a:pt x="1005840" y="1402080"/>
                    <a:pt x="1004570" y="1400810"/>
                  </a:cubicBezTo>
                  <a:cubicBezTo>
                    <a:pt x="1002030" y="1399540"/>
                    <a:pt x="996950" y="1402080"/>
                    <a:pt x="988060" y="1404620"/>
                  </a:cubicBezTo>
                  <a:cubicBezTo>
                    <a:pt x="944880" y="1416050"/>
                    <a:pt x="624840" y="1510030"/>
                    <a:pt x="622300" y="1510030"/>
                  </a:cubicBezTo>
                  <a:cubicBezTo>
                    <a:pt x="621030" y="1510030"/>
                    <a:pt x="621030" y="1510030"/>
                    <a:pt x="621030" y="1510030"/>
                  </a:cubicBezTo>
                  <a:cubicBezTo>
                    <a:pt x="621030" y="1511300"/>
                    <a:pt x="594360" y="1513840"/>
                    <a:pt x="580390" y="1515110"/>
                  </a:cubicBezTo>
                  <a:cubicBezTo>
                    <a:pt x="567690" y="1517650"/>
                    <a:pt x="541020" y="1520190"/>
                    <a:pt x="539750" y="1520190"/>
                  </a:cubicBezTo>
                  <a:cubicBezTo>
                    <a:pt x="539750" y="1520190"/>
                    <a:pt x="513080" y="1516380"/>
                    <a:pt x="499110" y="1515110"/>
                  </a:cubicBezTo>
                  <a:cubicBezTo>
                    <a:pt x="485140" y="1513840"/>
                    <a:pt x="458470" y="1510030"/>
                    <a:pt x="458470" y="1510030"/>
                  </a:cubicBezTo>
                  <a:cubicBezTo>
                    <a:pt x="458470" y="1510030"/>
                    <a:pt x="433070" y="1499870"/>
                    <a:pt x="420370" y="1496060"/>
                  </a:cubicBezTo>
                  <a:cubicBezTo>
                    <a:pt x="407670" y="1490980"/>
                    <a:pt x="382270" y="1480820"/>
                    <a:pt x="381000" y="1480820"/>
                  </a:cubicBezTo>
                  <a:cubicBezTo>
                    <a:pt x="381000" y="1480820"/>
                    <a:pt x="359410" y="1465580"/>
                    <a:pt x="347980" y="1457960"/>
                  </a:cubicBezTo>
                  <a:cubicBezTo>
                    <a:pt x="336550" y="1450340"/>
                    <a:pt x="314960" y="1435100"/>
                    <a:pt x="313690" y="1433830"/>
                  </a:cubicBezTo>
                  <a:cubicBezTo>
                    <a:pt x="313690" y="1433830"/>
                    <a:pt x="295910" y="1413510"/>
                    <a:pt x="287020" y="1403350"/>
                  </a:cubicBezTo>
                  <a:cubicBezTo>
                    <a:pt x="278130" y="1393190"/>
                    <a:pt x="260350" y="1372870"/>
                    <a:pt x="259080" y="1372870"/>
                  </a:cubicBezTo>
                  <a:cubicBezTo>
                    <a:pt x="259080" y="1371600"/>
                    <a:pt x="245110" y="1343660"/>
                    <a:pt x="240030" y="1336040"/>
                  </a:cubicBezTo>
                  <a:cubicBezTo>
                    <a:pt x="238760" y="1332230"/>
                    <a:pt x="238760" y="1329690"/>
                    <a:pt x="236220" y="1328420"/>
                  </a:cubicBezTo>
                  <a:cubicBezTo>
                    <a:pt x="232410" y="1324610"/>
                    <a:pt x="220980" y="1324610"/>
                    <a:pt x="214630" y="1322070"/>
                  </a:cubicBezTo>
                  <a:cubicBezTo>
                    <a:pt x="208280" y="1318260"/>
                    <a:pt x="203200" y="1313180"/>
                    <a:pt x="196850" y="1310640"/>
                  </a:cubicBezTo>
                  <a:cubicBezTo>
                    <a:pt x="191770" y="1306830"/>
                    <a:pt x="185420" y="1306830"/>
                    <a:pt x="179070" y="1301750"/>
                  </a:cubicBezTo>
                  <a:cubicBezTo>
                    <a:pt x="168910" y="1296670"/>
                    <a:pt x="158750" y="1283970"/>
                    <a:pt x="147320" y="1275080"/>
                  </a:cubicBezTo>
                  <a:cubicBezTo>
                    <a:pt x="137160" y="1267460"/>
                    <a:pt x="121920" y="1259840"/>
                    <a:pt x="114300" y="1252220"/>
                  </a:cubicBezTo>
                  <a:cubicBezTo>
                    <a:pt x="107950" y="1247140"/>
                    <a:pt x="106680" y="1240790"/>
                    <a:pt x="101600" y="1235710"/>
                  </a:cubicBezTo>
                  <a:cubicBezTo>
                    <a:pt x="97790" y="1230630"/>
                    <a:pt x="91440" y="1228090"/>
                    <a:pt x="86360" y="1223010"/>
                  </a:cubicBezTo>
                  <a:cubicBezTo>
                    <a:pt x="80010" y="1214120"/>
                    <a:pt x="73660" y="1198880"/>
                    <a:pt x="66040" y="1187450"/>
                  </a:cubicBezTo>
                  <a:cubicBezTo>
                    <a:pt x="58420" y="1176020"/>
                    <a:pt x="46990" y="1164590"/>
                    <a:pt x="41910" y="1154430"/>
                  </a:cubicBezTo>
                  <a:cubicBezTo>
                    <a:pt x="38100" y="1148080"/>
                    <a:pt x="38100" y="1141730"/>
                    <a:pt x="35560" y="1135380"/>
                  </a:cubicBezTo>
                  <a:cubicBezTo>
                    <a:pt x="33020" y="1129030"/>
                    <a:pt x="27940" y="1125220"/>
                    <a:pt x="25400" y="1117600"/>
                  </a:cubicBezTo>
                  <a:cubicBezTo>
                    <a:pt x="20320" y="1107440"/>
                    <a:pt x="20320" y="1090930"/>
                    <a:pt x="16510" y="1078230"/>
                  </a:cubicBezTo>
                  <a:cubicBezTo>
                    <a:pt x="12700" y="1064260"/>
                    <a:pt x="5080" y="1050290"/>
                    <a:pt x="3810" y="1038860"/>
                  </a:cubicBezTo>
                  <a:cubicBezTo>
                    <a:pt x="2540" y="1031240"/>
                    <a:pt x="5080" y="1024890"/>
                    <a:pt x="3810" y="1018540"/>
                  </a:cubicBezTo>
                  <a:cubicBezTo>
                    <a:pt x="3810" y="1012190"/>
                    <a:pt x="0" y="998220"/>
                    <a:pt x="0" y="998220"/>
                  </a:cubicBezTo>
                </a:path>
              </a:pathLst>
            </a:custGeom>
            <a:solidFill>
              <a:srgbClr val="FFFFFF"/>
            </a:solidFill>
            <a:ln cap="sq">
              <a:noFill/>
              <a:prstDash val="solid"/>
              <a:miter/>
            </a:ln>
          </p:spPr>
        </p:sp>
      </p:grpSp>
      <p:grpSp>
        <p:nvGrpSpPr>
          <p:cNvPr name="Group 11" id="11"/>
          <p:cNvGrpSpPr/>
          <p:nvPr/>
        </p:nvGrpSpPr>
        <p:grpSpPr>
          <a:xfrm rot="0">
            <a:off x="2350770" y="-307658"/>
            <a:ext cx="10467022" cy="1143952"/>
            <a:chOff x="0" y="0"/>
            <a:chExt cx="13956030" cy="1525270"/>
          </a:xfrm>
        </p:grpSpPr>
        <p:sp>
          <p:nvSpPr>
            <p:cNvPr name="Freeform 12" id="12"/>
            <p:cNvSpPr/>
            <p:nvPr/>
          </p:nvSpPr>
          <p:spPr>
            <a:xfrm flipH="false" flipV="false" rot="0">
              <a:off x="50800" y="50800"/>
              <a:ext cx="13854430" cy="1423670"/>
            </a:xfrm>
            <a:custGeom>
              <a:avLst/>
              <a:gdLst/>
              <a:ahLst/>
              <a:cxnLst/>
              <a:rect r="r" b="b" t="t" l="l"/>
              <a:pathLst>
                <a:path h="1423670" w="13854430">
                  <a:moveTo>
                    <a:pt x="0" y="488950"/>
                  </a:moveTo>
                  <a:cubicBezTo>
                    <a:pt x="0" y="419100"/>
                    <a:pt x="0" y="386080"/>
                    <a:pt x="0" y="384810"/>
                  </a:cubicBezTo>
                  <a:cubicBezTo>
                    <a:pt x="0" y="383540"/>
                    <a:pt x="8890" y="350520"/>
                    <a:pt x="12700" y="334010"/>
                  </a:cubicBezTo>
                  <a:cubicBezTo>
                    <a:pt x="16510" y="317500"/>
                    <a:pt x="24130" y="284480"/>
                    <a:pt x="25400" y="283210"/>
                  </a:cubicBezTo>
                  <a:cubicBezTo>
                    <a:pt x="25400" y="283210"/>
                    <a:pt x="40640" y="252730"/>
                    <a:pt x="49530" y="237490"/>
                  </a:cubicBezTo>
                  <a:cubicBezTo>
                    <a:pt x="57150" y="222250"/>
                    <a:pt x="72390" y="191770"/>
                    <a:pt x="73660" y="191770"/>
                  </a:cubicBezTo>
                  <a:cubicBezTo>
                    <a:pt x="73660" y="190500"/>
                    <a:pt x="96520" y="165100"/>
                    <a:pt x="107950" y="152400"/>
                  </a:cubicBezTo>
                  <a:cubicBezTo>
                    <a:pt x="119380" y="139700"/>
                    <a:pt x="142240" y="113030"/>
                    <a:pt x="142240" y="113030"/>
                  </a:cubicBezTo>
                  <a:cubicBezTo>
                    <a:pt x="143510" y="113030"/>
                    <a:pt x="171450" y="93980"/>
                    <a:pt x="185420" y="83820"/>
                  </a:cubicBezTo>
                  <a:cubicBezTo>
                    <a:pt x="199390" y="73660"/>
                    <a:pt x="227330" y="54610"/>
                    <a:pt x="228600" y="53340"/>
                  </a:cubicBezTo>
                  <a:cubicBezTo>
                    <a:pt x="228600" y="53340"/>
                    <a:pt x="260350" y="41910"/>
                    <a:pt x="276860" y="35560"/>
                  </a:cubicBezTo>
                  <a:cubicBezTo>
                    <a:pt x="293370" y="29210"/>
                    <a:pt x="325120" y="17780"/>
                    <a:pt x="326390" y="16510"/>
                  </a:cubicBezTo>
                  <a:cubicBezTo>
                    <a:pt x="326390" y="16510"/>
                    <a:pt x="360680" y="12700"/>
                    <a:pt x="377190" y="10160"/>
                  </a:cubicBezTo>
                  <a:cubicBezTo>
                    <a:pt x="394970" y="8890"/>
                    <a:pt x="427990" y="5080"/>
                    <a:pt x="429260" y="3810"/>
                  </a:cubicBezTo>
                  <a:cubicBezTo>
                    <a:pt x="430530" y="5080"/>
                    <a:pt x="471170" y="5080"/>
                    <a:pt x="506730" y="5080"/>
                  </a:cubicBezTo>
                  <a:cubicBezTo>
                    <a:pt x="591820" y="6350"/>
                    <a:pt x="793750" y="7620"/>
                    <a:pt x="932180" y="7620"/>
                  </a:cubicBezTo>
                  <a:cubicBezTo>
                    <a:pt x="1062990" y="8890"/>
                    <a:pt x="1186180" y="8890"/>
                    <a:pt x="1316990" y="11430"/>
                  </a:cubicBezTo>
                  <a:cubicBezTo>
                    <a:pt x="1451610" y="15240"/>
                    <a:pt x="1653540" y="19050"/>
                    <a:pt x="1729740" y="27940"/>
                  </a:cubicBezTo>
                  <a:cubicBezTo>
                    <a:pt x="1758950" y="30480"/>
                    <a:pt x="1766570" y="35560"/>
                    <a:pt x="1790700" y="38100"/>
                  </a:cubicBezTo>
                  <a:cubicBezTo>
                    <a:pt x="1830070" y="40640"/>
                    <a:pt x="1885950" y="31750"/>
                    <a:pt x="1943100" y="38100"/>
                  </a:cubicBezTo>
                  <a:cubicBezTo>
                    <a:pt x="2020570" y="45720"/>
                    <a:pt x="2172970" y="101600"/>
                    <a:pt x="2213610" y="93980"/>
                  </a:cubicBezTo>
                  <a:cubicBezTo>
                    <a:pt x="2227580" y="90170"/>
                    <a:pt x="2228850" y="82550"/>
                    <a:pt x="2237740" y="77470"/>
                  </a:cubicBezTo>
                  <a:cubicBezTo>
                    <a:pt x="2250440" y="68580"/>
                    <a:pt x="2278380" y="48260"/>
                    <a:pt x="2279650" y="48260"/>
                  </a:cubicBezTo>
                  <a:cubicBezTo>
                    <a:pt x="2279650" y="48260"/>
                    <a:pt x="2311400" y="36830"/>
                    <a:pt x="2326640" y="30480"/>
                  </a:cubicBezTo>
                  <a:cubicBezTo>
                    <a:pt x="2341880" y="24130"/>
                    <a:pt x="2372360" y="12700"/>
                    <a:pt x="2373630" y="12700"/>
                  </a:cubicBezTo>
                  <a:cubicBezTo>
                    <a:pt x="2373630" y="12700"/>
                    <a:pt x="2406650" y="8890"/>
                    <a:pt x="2423160" y="6350"/>
                  </a:cubicBezTo>
                  <a:cubicBezTo>
                    <a:pt x="2439670" y="5080"/>
                    <a:pt x="2472690" y="0"/>
                    <a:pt x="2472690" y="0"/>
                  </a:cubicBezTo>
                  <a:cubicBezTo>
                    <a:pt x="2473960" y="0"/>
                    <a:pt x="2538730" y="1270"/>
                    <a:pt x="2592070" y="2540"/>
                  </a:cubicBezTo>
                  <a:cubicBezTo>
                    <a:pt x="2697480" y="3810"/>
                    <a:pt x="2918460" y="5080"/>
                    <a:pt x="3068320" y="7620"/>
                  </a:cubicBezTo>
                  <a:cubicBezTo>
                    <a:pt x="3201670" y="8890"/>
                    <a:pt x="3319780" y="3810"/>
                    <a:pt x="3444240" y="11430"/>
                  </a:cubicBezTo>
                  <a:cubicBezTo>
                    <a:pt x="3568700" y="20320"/>
                    <a:pt x="3680460" y="45720"/>
                    <a:pt x="3813810" y="55880"/>
                  </a:cubicBezTo>
                  <a:cubicBezTo>
                    <a:pt x="3967480" y="69850"/>
                    <a:pt x="4109720" y="73660"/>
                    <a:pt x="4312920" y="81280"/>
                  </a:cubicBezTo>
                  <a:cubicBezTo>
                    <a:pt x="4635500" y="92710"/>
                    <a:pt x="5129530" y="104140"/>
                    <a:pt x="5558790" y="110490"/>
                  </a:cubicBezTo>
                  <a:cubicBezTo>
                    <a:pt x="6019800" y="116840"/>
                    <a:pt x="6526530" y="118110"/>
                    <a:pt x="6988810" y="118110"/>
                  </a:cubicBezTo>
                  <a:cubicBezTo>
                    <a:pt x="7423150" y="119380"/>
                    <a:pt x="7858760" y="115570"/>
                    <a:pt x="8253730" y="115570"/>
                  </a:cubicBezTo>
                  <a:cubicBezTo>
                    <a:pt x="8602980" y="115570"/>
                    <a:pt x="8926830" y="116840"/>
                    <a:pt x="9239250" y="118110"/>
                  </a:cubicBezTo>
                  <a:cubicBezTo>
                    <a:pt x="9522460" y="119380"/>
                    <a:pt x="9798050" y="121920"/>
                    <a:pt x="10048240" y="121920"/>
                  </a:cubicBezTo>
                  <a:cubicBezTo>
                    <a:pt x="10266680" y="121920"/>
                    <a:pt x="10464800" y="119380"/>
                    <a:pt x="10659110" y="116840"/>
                  </a:cubicBezTo>
                  <a:cubicBezTo>
                    <a:pt x="10835640" y="114300"/>
                    <a:pt x="11002010" y="111760"/>
                    <a:pt x="11164570" y="109220"/>
                  </a:cubicBezTo>
                  <a:cubicBezTo>
                    <a:pt x="11315700" y="106680"/>
                    <a:pt x="11451590" y="107950"/>
                    <a:pt x="11601450" y="100330"/>
                  </a:cubicBezTo>
                  <a:cubicBezTo>
                    <a:pt x="11762740" y="92710"/>
                    <a:pt x="11936730" y="73660"/>
                    <a:pt x="12100560" y="63500"/>
                  </a:cubicBezTo>
                  <a:cubicBezTo>
                    <a:pt x="12261850" y="54610"/>
                    <a:pt x="12419330" y="48260"/>
                    <a:pt x="12578080" y="43180"/>
                  </a:cubicBezTo>
                  <a:cubicBezTo>
                    <a:pt x="12735560" y="38100"/>
                    <a:pt x="12893040" y="38100"/>
                    <a:pt x="13049250" y="33020"/>
                  </a:cubicBezTo>
                  <a:cubicBezTo>
                    <a:pt x="13204189" y="29210"/>
                    <a:pt x="13510261" y="17780"/>
                    <a:pt x="13511530" y="17780"/>
                  </a:cubicBezTo>
                  <a:cubicBezTo>
                    <a:pt x="13512800" y="17780"/>
                    <a:pt x="13539470" y="21590"/>
                    <a:pt x="13552170" y="22860"/>
                  </a:cubicBezTo>
                  <a:cubicBezTo>
                    <a:pt x="13566139" y="24130"/>
                    <a:pt x="13592811" y="27940"/>
                    <a:pt x="13594080" y="27940"/>
                  </a:cubicBezTo>
                  <a:cubicBezTo>
                    <a:pt x="13594080" y="27940"/>
                    <a:pt x="13619480" y="36830"/>
                    <a:pt x="13632180" y="41910"/>
                  </a:cubicBezTo>
                  <a:cubicBezTo>
                    <a:pt x="13644880" y="46990"/>
                    <a:pt x="13670280" y="55880"/>
                    <a:pt x="13671550" y="55880"/>
                  </a:cubicBezTo>
                  <a:cubicBezTo>
                    <a:pt x="13671550" y="55880"/>
                    <a:pt x="13693139" y="71120"/>
                    <a:pt x="13704570" y="78740"/>
                  </a:cubicBezTo>
                  <a:cubicBezTo>
                    <a:pt x="13716000" y="86360"/>
                    <a:pt x="13738861" y="101600"/>
                    <a:pt x="13738861" y="102870"/>
                  </a:cubicBezTo>
                  <a:cubicBezTo>
                    <a:pt x="13740130" y="102870"/>
                    <a:pt x="13757911" y="123190"/>
                    <a:pt x="13766800" y="133350"/>
                  </a:cubicBezTo>
                  <a:cubicBezTo>
                    <a:pt x="13775689" y="143510"/>
                    <a:pt x="13793470" y="163830"/>
                    <a:pt x="13794739" y="163830"/>
                  </a:cubicBezTo>
                  <a:cubicBezTo>
                    <a:pt x="13794739" y="163830"/>
                    <a:pt x="13807439" y="187960"/>
                    <a:pt x="13813789" y="200660"/>
                  </a:cubicBezTo>
                  <a:cubicBezTo>
                    <a:pt x="13820139" y="212090"/>
                    <a:pt x="13832839" y="236220"/>
                    <a:pt x="13832839" y="236220"/>
                  </a:cubicBezTo>
                  <a:cubicBezTo>
                    <a:pt x="13834111" y="237490"/>
                    <a:pt x="13840461" y="262890"/>
                    <a:pt x="13843000" y="276860"/>
                  </a:cubicBezTo>
                  <a:cubicBezTo>
                    <a:pt x="13846811" y="289560"/>
                    <a:pt x="13853161" y="316230"/>
                    <a:pt x="13853161" y="316230"/>
                  </a:cubicBezTo>
                  <a:cubicBezTo>
                    <a:pt x="13853161" y="317500"/>
                    <a:pt x="13854430" y="344170"/>
                    <a:pt x="13854430" y="358140"/>
                  </a:cubicBezTo>
                  <a:cubicBezTo>
                    <a:pt x="13854430" y="370840"/>
                    <a:pt x="13854430" y="398780"/>
                    <a:pt x="13854430" y="398780"/>
                  </a:cubicBezTo>
                  <a:cubicBezTo>
                    <a:pt x="13854430" y="398780"/>
                    <a:pt x="13848080" y="425450"/>
                    <a:pt x="13844270" y="439420"/>
                  </a:cubicBezTo>
                  <a:cubicBezTo>
                    <a:pt x="13841730" y="452120"/>
                    <a:pt x="13835380" y="478790"/>
                    <a:pt x="13835380" y="478790"/>
                  </a:cubicBezTo>
                  <a:cubicBezTo>
                    <a:pt x="13835380" y="480060"/>
                    <a:pt x="13822680" y="502920"/>
                    <a:pt x="13816330" y="515620"/>
                  </a:cubicBezTo>
                  <a:cubicBezTo>
                    <a:pt x="13809980" y="528320"/>
                    <a:pt x="13797280" y="552450"/>
                    <a:pt x="13797280" y="552450"/>
                  </a:cubicBezTo>
                  <a:cubicBezTo>
                    <a:pt x="13797280" y="552450"/>
                    <a:pt x="13779500" y="572770"/>
                    <a:pt x="13770611" y="582930"/>
                  </a:cubicBezTo>
                  <a:cubicBezTo>
                    <a:pt x="13761720" y="594360"/>
                    <a:pt x="13743939" y="614680"/>
                    <a:pt x="13742670" y="614680"/>
                  </a:cubicBezTo>
                  <a:cubicBezTo>
                    <a:pt x="13742670" y="614680"/>
                    <a:pt x="13721080" y="629920"/>
                    <a:pt x="13709650" y="638810"/>
                  </a:cubicBezTo>
                  <a:cubicBezTo>
                    <a:pt x="13698220" y="646430"/>
                    <a:pt x="13676630" y="661670"/>
                    <a:pt x="13675361" y="661670"/>
                  </a:cubicBezTo>
                  <a:cubicBezTo>
                    <a:pt x="13675361" y="661670"/>
                    <a:pt x="13649961" y="671830"/>
                    <a:pt x="13637261" y="676910"/>
                  </a:cubicBezTo>
                  <a:cubicBezTo>
                    <a:pt x="13624561" y="681990"/>
                    <a:pt x="13599161" y="692150"/>
                    <a:pt x="13599161" y="692150"/>
                  </a:cubicBezTo>
                  <a:cubicBezTo>
                    <a:pt x="13597889" y="692150"/>
                    <a:pt x="13571220" y="694690"/>
                    <a:pt x="13558520" y="697230"/>
                  </a:cubicBezTo>
                  <a:cubicBezTo>
                    <a:pt x="13544550" y="698500"/>
                    <a:pt x="13517880" y="702310"/>
                    <a:pt x="13516611" y="702310"/>
                  </a:cubicBezTo>
                  <a:cubicBezTo>
                    <a:pt x="13515339" y="702310"/>
                    <a:pt x="13079730" y="758190"/>
                    <a:pt x="13068300" y="770890"/>
                  </a:cubicBezTo>
                  <a:cubicBezTo>
                    <a:pt x="13067030" y="772160"/>
                    <a:pt x="13068300" y="772160"/>
                    <a:pt x="13068300" y="774700"/>
                  </a:cubicBezTo>
                  <a:cubicBezTo>
                    <a:pt x="13068300" y="779780"/>
                    <a:pt x="13068300" y="815340"/>
                    <a:pt x="13068300" y="815340"/>
                  </a:cubicBezTo>
                  <a:cubicBezTo>
                    <a:pt x="13068300" y="816610"/>
                    <a:pt x="13061950" y="843280"/>
                    <a:pt x="13058139" y="855980"/>
                  </a:cubicBezTo>
                  <a:cubicBezTo>
                    <a:pt x="13054330" y="869950"/>
                    <a:pt x="13047980" y="896620"/>
                    <a:pt x="13047980" y="896620"/>
                  </a:cubicBezTo>
                  <a:cubicBezTo>
                    <a:pt x="13047980" y="896620"/>
                    <a:pt x="13035280" y="920750"/>
                    <a:pt x="13028930" y="933450"/>
                  </a:cubicBezTo>
                  <a:cubicBezTo>
                    <a:pt x="13022580" y="946150"/>
                    <a:pt x="13009880" y="970280"/>
                    <a:pt x="13009880" y="970280"/>
                  </a:cubicBezTo>
                  <a:cubicBezTo>
                    <a:pt x="13009880" y="970280"/>
                    <a:pt x="12990830" y="990600"/>
                    <a:pt x="12981939" y="1002030"/>
                  </a:cubicBezTo>
                  <a:cubicBezTo>
                    <a:pt x="12973050" y="1012190"/>
                    <a:pt x="12955270" y="1032510"/>
                    <a:pt x="12954000" y="1032510"/>
                  </a:cubicBezTo>
                  <a:cubicBezTo>
                    <a:pt x="12954000" y="1032510"/>
                    <a:pt x="12932410" y="1049020"/>
                    <a:pt x="12920980" y="1056640"/>
                  </a:cubicBezTo>
                  <a:cubicBezTo>
                    <a:pt x="12909550" y="1064260"/>
                    <a:pt x="12886690" y="1079500"/>
                    <a:pt x="12886690" y="1079500"/>
                  </a:cubicBezTo>
                  <a:cubicBezTo>
                    <a:pt x="12885420" y="1080770"/>
                    <a:pt x="12860020" y="1089660"/>
                    <a:pt x="12847320" y="1094740"/>
                  </a:cubicBezTo>
                  <a:cubicBezTo>
                    <a:pt x="12834620" y="1099820"/>
                    <a:pt x="12809220" y="1109980"/>
                    <a:pt x="12807950" y="1109980"/>
                  </a:cubicBezTo>
                  <a:cubicBezTo>
                    <a:pt x="12807950" y="1109980"/>
                    <a:pt x="12781280" y="1112520"/>
                    <a:pt x="12767310" y="1115060"/>
                  </a:cubicBezTo>
                  <a:cubicBezTo>
                    <a:pt x="12753340" y="1116330"/>
                    <a:pt x="12725400" y="1118870"/>
                    <a:pt x="12725400" y="1120140"/>
                  </a:cubicBezTo>
                  <a:cubicBezTo>
                    <a:pt x="12725400" y="1120140"/>
                    <a:pt x="12736830" y="1121410"/>
                    <a:pt x="12736830" y="1121410"/>
                  </a:cubicBezTo>
                  <a:cubicBezTo>
                    <a:pt x="12736830" y="1123950"/>
                    <a:pt x="12545060" y="1120140"/>
                    <a:pt x="12487910" y="1120140"/>
                  </a:cubicBezTo>
                  <a:cubicBezTo>
                    <a:pt x="12458700" y="1120140"/>
                    <a:pt x="12435840" y="1108710"/>
                    <a:pt x="12420600" y="1120140"/>
                  </a:cubicBezTo>
                  <a:cubicBezTo>
                    <a:pt x="12404090" y="1132840"/>
                    <a:pt x="12409170" y="1173480"/>
                    <a:pt x="12397740" y="1198880"/>
                  </a:cubicBezTo>
                  <a:cubicBezTo>
                    <a:pt x="12386310" y="1225550"/>
                    <a:pt x="12371070" y="1252220"/>
                    <a:pt x="12354560" y="1275080"/>
                  </a:cubicBezTo>
                  <a:cubicBezTo>
                    <a:pt x="12336780" y="1299210"/>
                    <a:pt x="12316460" y="1320800"/>
                    <a:pt x="12293600" y="1339850"/>
                  </a:cubicBezTo>
                  <a:cubicBezTo>
                    <a:pt x="12270740" y="1357630"/>
                    <a:pt x="12245340" y="1374140"/>
                    <a:pt x="12218670" y="1386840"/>
                  </a:cubicBezTo>
                  <a:cubicBezTo>
                    <a:pt x="12192000" y="1399540"/>
                    <a:pt x="12164060" y="1409700"/>
                    <a:pt x="12134850" y="1414780"/>
                  </a:cubicBezTo>
                  <a:cubicBezTo>
                    <a:pt x="12106910" y="1421130"/>
                    <a:pt x="12090400" y="1422400"/>
                    <a:pt x="12047220" y="1422400"/>
                  </a:cubicBezTo>
                  <a:cubicBezTo>
                    <a:pt x="11934190" y="1423670"/>
                    <a:pt x="11623040" y="1395730"/>
                    <a:pt x="11423650" y="1388110"/>
                  </a:cubicBezTo>
                  <a:cubicBezTo>
                    <a:pt x="11242040" y="1380490"/>
                    <a:pt x="11070590" y="1377950"/>
                    <a:pt x="10897870" y="1375410"/>
                  </a:cubicBezTo>
                  <a:cubicBezTo>
                    <a:pt x="10731500" y="1371600"/>
                    <a:pt x="10567670" y="1371600"/>
                    <a:pt x="10407650" y="1370330"/>
                  </a:cubicBezTo>
                  <a:cubicBezTo>
                    <a:pt x="10256520" y="1369060"/>
                    <a:pt x="10106660" y="1369060"/>
                    <a:pt x="9965690" y="1370330"/>
                  </a:cubicBezTo>
                  <a:cubicBezTo>
                    <a:pt x="9834880" y="1370330"/>
                    <a:pt x="9732010" y="1371600"/>
                    <a:pt x="9588500" y="1372870"/>
                  </a:cubicBezTo>
                  <a:cubicBezTo>
                    <a:pt x="9394190" y="1374140"/>
                    <a:pt x="9104630" y="1377950"/>
                    <a:pt x="8907780" y="1379220"/>
                  </a:cubicBezTo>
                  <a:cubicBezTo>
                    <a:pt x="8755380" y="1379220"/>
                    <a:pt x="8636000" y="1379220"/>
                    <a:pt x="8503920" y="1379220"/>
                  </a:cubicBezTo>
                  <a:cubicBezTo>
                    <a:pt x="8374380" y="1380490"/>
                    <a:pt x="8266430" y="1380490"/>
                    <a:pt x="8120380" y="1381760"/>
                  </a:cubicBezTo>
                  <a:cubicBezTo>
                    <a:pt x="7926070" y="1381760"/>
                    <a:pt x="7674610" y="1385570"/>
                    <a:pt x="7440930" y="1385570"/>
                  </a:cubicBezTo>
                  <a:cubicBezTo>
                    <a:pt x="7193280" y="1386840"/>
                    <a:pt x="6925310" y="1386840"/>
                    <a:pt x="6675120" y="1386840"/>
                  </a:cubicBezTo>
                  <a:cubicBezTo>
                    <a:pt x="6433820" y="1388110"/>
                    <a:pt x="6187440" y="1386840"/>
                    <a:pt x="5966460" y="1389380"/>
                  </a:cubicBezTo>
                  <a:cubicBezTo>
                    <a:pt x="5772150" y="1393190"/>
                    <a:pt x="5500370" y="1399540"/>
                    <a:pt x="5416550" y="1404620"/>
                  </a:cubicBezTo>
                  <a:cubicBezTo>
                    <a:pt x="5392420" y="1407160"/>
                    <a:pt x="5394960" y="1408430"/>
                    <a:pt x="5369560" y="1409700"/>
                  </a:cubicBezTo>
                  <a:cubicBezTo>
                    <a:pt x="5283200" y="1416050"/>
                    <a:pt x="4777740" y="1423670"/>
                    <a:pt x="4776470" y="1423670"/>
                  </a:cubicBezTo>
                  <a:cubicBezTo>
                    <a:pt x="4776470" y="1423670"/>
                    <a:pt x="4745990" y="1419860"/>
                    <a:pt x="4730750" y="1418590"/>
                  </a:cubicBezTo>
                  <a:cubicBezTo>
                    <a:pt x="4715510" y="1417320"/>
                    <a:pt x="4685030" y="1413510"/>
                    <a:pt x="4683760" y="1413510"/>
                  </a:cubicBezTo>
                  <a:cubicBezTo>
                    <a:pt x="4683760" y="1413510"/>
                    <a:pt x="4654550" y="1402080"/>
                    <a:pt x="4640580" y="1397000"/>
                  </a:cubicBezTo>
                  <a:cubicBezTo>
                    <a:pt x="4625340" y="1391920"/>
                    <a:pt x="4597400" y="1380490"/>
                    <a:pt x="4596130" y="1380490"/>
                  </a:cubicBezTo>
                  <a:cubicBezTo>
                    <a:pt x="4596130" y="1380490"/>
                    <a:pt x="4570730" y="1362710"/>
                    <a:pt x="4558030" y="1355090"/>
                  </a:cubicBezTo>
                  <a:cubicBezTo>
                    <a:pt x="4545330" y="1346200"/>
                    <a:pt x="4519930" y="1328420"/>
                    <a:pt x="4519930" y="1328420"/>
                  </a:cubicBezTo>
                  <a:cubicBezTo>
                    <a:pt x="4518660" y="1328420"/>
                    <a:pt x="4498340" y="1305560"/>
                    <a:pt x="4488180" y="1294130"/>
                  </a:cubicBezTo>
                  <a:cubicBezTo>
                    <a:pt x="4478020" y="1282700"/>
                    <a:pt x="4457700" y="1259840"/>
                    <a:pt x="4457700" y="1258570"/>
                  </a:cubicBezTo>
                  <a:cubicBezTo>
                    <a:pt x="4456430" y="1258570"/>
                    <a:pt x="4442460" y="1231900"/>
                    <a:pt x="4434840" y="1217930"/>
                  </a:cubicBezTo>
                  <a:cubicBezTo>
                    <a:pt x="4428490" y="1203960"/>
                    <a:pt x="4413250" y="1177290"/>
                    <a:pt x="4413250" y="1177290"/>
                  </a:cubicBezTo>
                  <a:cubicBezTo>
                    <a:pt x="4413250" y="1176020"/>
                    <a:pt x="4405630" y="1144270"/>
                    <a:pt x="4401820" y="1131570"/>
                  </a:cubicBezTo>
                  <a:cubicBezTo>
                    <a:pt x="4399280" y="1122680"/>
                    <a:pt x="4403090" y="1115060"/>
                    <a:pt x="4396740" y="1108710"/>
                  </a:cubicBezTo>
                  <a:cubicBezTo>
                    <a:pt x="4373880" y="1092200"/>
                    <a:pt x="4267200" y="1111250"/>
                    <a:pt x="4184650" y="1112520"/>
                  </a:cubicBezTo>
                  <a:cubicBezTo>
                    <a:pt x="4066540" y="1115060"/>
                    <a:pt x="3897630" y="1117600"/>
                    <a:pt x="3757930" y="1120140"/>
                  </a:cubicBezTo>
                  <a:cubicBezTo>
                    <a:pt x="3623310" y="1121410"/>
                    <a:pt x="3495040" y="1125220"/>
                    <a:pt x="3360420" y="1125220"/>
                  </a:cubicBezTo>
                  <a:cubicBezTo>
                    <a:pt x="3220720" y="1125220"/>
                    <a:pt x="3070860" y="1129030"/>
                    <a:pt x="2932430" y="1117600"/>
                  </a:cubicBezTo>
                  <a:cubicBezTo>
                    <a:pt x="2800350" y="1106170"/>
                    <a:pt x="2658110" y="1082040"/>
                    <a:pt x="2546350" y="1061720"/>
                  </a:cubicBezTo>
                  <a:cubicBezTo>
                    <a:pt x="2459990" y="1045210"/>
                    <a:pt x="2372360" y="995680"/>
                    <a:pt x="2319020" y="1009650"/>
                  </a:cubicBezTo>
                  <a:cubicBezTo>
                    <a:pt x="2286000" y="1017270"/>
                    <a:pt x="2286000" y="1056640"/>
                    <a:pt x="2246630" y="1073150"/>
                  </a:cubicBezTo>
                  <a:cubicBezTo>
                    <a:pt x="2160270" y="1107440"/>
                    <a:pt x="1922780" y="1092200"/>
                    <a:pt x="1772920" y="1096010"/>
                  </a:cubicBezTo>
                  <a:cubicBezTo>
                    <a:pt x="1638300" y="1099820"/>
                    <a:pt x="1506220" y="1111250"/>
                    <a:pt x="1388110" y="1099820"/>
                  </a:cubicBezTo>
                  <a:cubicBezTo>
                    <a:pt x="1283970" y="1090930"/>
                    <a:pt x="1129030" y="1043940"/>
                    <a:pt x="1099820" y="1042670"/>
                  </a:cubicBezTo>
                  <a:cubicBezTo>
                    <a:pt x="1093470" y="1042670"/>
                    <a:pt x="1094740" y="1043940"/>
                    <a:pt x="1089660" y="1043940"/>
                  </a:cubicBezTo>
                  <a:cubicBezTo>
                    <a:pt x="1073150" y="1042670"/>
                    <a:pt x="1005840" y="1024890"/>
                    <a:pt x="979170" y="1018540"/>
                  </a:cubicBezTo>
                  <a:cubicBezTo>
                    <a:pt x="966470" y="1016000"/>
                    <a:pt x="958850" y="1016000"/>
                    <a:pt x="947420" y="1012190"/>
                  </a:cubicBezTo>
                  <a:cubicBezTo>
                    <a:pt x="935990" y="1008380"/>
                    <a:pt x="922020" y="1000760"/>
                    <a:pt x="910590" y="993140"/>
                  </a:cubicBezTo>
                  <a:cubicBezTo>
                    <a:pt x="897890" y="984250"/>
                    <a:pt x="886460" y="972820"/>
                    <a:pt x="872490" y="963930"/>
                  </a:cubicBezTo>
                  <a:cubicBezTo>
                    <a:pt x="859790" y="955040"/>
                    <a:pt x="843280" y="948690"/>
                    <a:pt x="833120" y="939800"/>
                  </a:cubicBezTo>
                  <a:cubicBezTo>
                    <a:pt x="825500" y="933450"/>
                    <a:pt x="822960" y="927100"/>
                    <a:pt x="817880" y="922020"/>
                  </a:cubicBezTo>
                  <a:cubicBezTo>
                    <a:pt x="812800" y="916940"/>
                    <a:pt x="805180" y="914400"/>
                    <a:pt x="798830" y="908050"/>
                  </a:cubicBezTo>
                  <a:cubicBezTo>
                    <a:pt x="792480" y="900430"/>
                    <a:pt x="793750" y="885190"/>
                    <a:pt x="779780" y="877570"/>
                  </a:cubicBezTo>
                  <a:cubicBezTo>
                    <a:pt x="735330" y="853440"/>
                    <a:pt x="430530" y="869950"/>
                    <a:pt x="429260" y="869950"/>
                  </a:cubicBezTo>
                  <a:cubicBezTo>
                    <a:pt x="427990" y="868680"/>
                    <a:pt x="394970" y="864870"/>
                    <a:pt x="377190" y="863600"/>
                  </a:cubicBezTo>
                  <a:cubicBezTo>
                    <a:pt x="360680" y="861060"/>
                    <a:pt x="326390" y="857250"/>
                    <a:pt x="326390" y="857250"/>
                  </a:cubicBezTo>
                  <a:cubicBezTo>
                    <a:pt x="325120" y="857250"/>
                    <a:pt x="293370" y="844550"/>
                    <a:pt x="276860" y="838200"/>
                  </a:cubicBezTo>
                  <a:cubicBezTo>
                    <a:pt x="260350" y="831850"/>
                    <a:pt x="228600" y="820420"/>
                    <a:pt x="228600" y="820420"/>
                  </a:cubicBezTo>
                  <a:cubicBezTo>
                    <a:pt x="227330" y="819150"/>
                    <a:pt x="199390" y="800100"/>
                    <a:pt x="185420" y="789940"/>
                  </a:cubicBezTo>
                  <a:cubicBezTo>
                    <a:pt x="171450" y="779780"/>
                    <a:pt x="143510" y="760730"/>
                    <a:pt x="142240" y="760730"/>
                  </a:cubicBezTo>
                  <a:cubicBezTo>
                    <a:pt x="142240" y="760730"/>
                    <a:pt x="119380" y="734060"/>
                    <a:pt x="107950" y="721360"/>
                  </a:cubicBezTo>
                  <a:cubicBezTo>
                    <a:pt x="96520" y="708660"/>
                    <a:pt x="73660" y="683260"/>
                    <a:pt x="73660" y="681990"/>
                  </a:cubicBezTo>
                  <a:cubicBezTo>
                    <a:pt x="72390" y="681990"/>
                    <a:pt x="57150" y="651510"/>
                    <a:pt x="49530" y="636270"/>
                  </a:cubicBezTo>
                  <a:cubicBezTo>
                    <a:pt x="40640" y="621030"/>
                    <a:pt x="25400" y="590550"/>
                    <a:pt x="25400" y="590550"/>
                  </a:cubicBezTo>
                  <a:cubicBezTo>
                    <a:pt x="24130" y="589280"/>
                    <a:pt x="16510" y="556260"/>
                    <a:pt x="12700" y="539750"/>
                  </a:cubicBezTo>
                  <a:cubicBezTo>
                    <a:pt x="8890" y="523240"/>
                    <a:pt x="0" y="490220"/>
                    <a:pt x="0" y="488950"/>
                  </a:cubicBezTo>
                </a:path>
              </a:pathLst>
            </a:custGeom>
            <a:solidFill>
              <a:srgbClr val="FFFFFF"/>
            </a:solidFill>
            <a:ln cap="sq">
              <a:noFill/>
              <a:prstDash val="solid"/>
              <a:miter/>
            </a:ln>
          </p:spPr>
        </p:sp>
      </p:grpSp>
      <p:grpSp>
        <p:nvGrpSpPr>
          <p:cNvPr name="Group 13" id="13"/>
          <p:cNvGrpSpPr/>
          <p:nvPr/>
        </p:nvGrpSpPr>
        <p:grpSpPr>
          <a:xfrm rot="0">
            <a:off x="-682943" y="-369570"/>
            <a:ext cx="14842807" cy="1461135"/>
            <a:chOff x="0" y="0"/>
            <a:chExt cx="19790410" cy="1948180"/>
          </a:xfrm>
        </p:grpSpPr>
        <p:sp>
          <p:nvSpPr>
            <p:cNvPr name="Freeform 14" id="14"/>
            <p:cNvSpPr/>
            <p:nvPr/>
          </p:nvSpPr>
          <p:spPr>
            <a:xfrm flipH="false" flipV="false" rot="0">
              <a:off x="7557" y="40186"/>
              <a:ext cx="19732102" cy="1857690"/>
            </a:xfrm>
            <a:custGeom>
              <a:avLst/>
              <a:gdLst/>
              <a:ahLst/>
              <a:cxnLst/>
              <a:rect r="r" b="b" t="t" l="l"/>
              <a:pathLst>
                <a:path h="1857690" w="19732102">
                  <a:moveTo>
                    <a:pt x="6163373" y="1412694"/>
                  </a:moveTo>
                  <a:cubicBezTo>
                    <a:pt x="5556313" y="1401264"/>
                    <a:pt x="5142293" y="1405074"/>
                    <a:pt x="4840033" y="1333954"/>
                  </a:cubicBezTo>
                  <a:cubicBezTo>
                    <a:pt x="4549203" y="1266644"/>
                    <a:pt x="4248213" y="1041854"/>
                    <a:pt x="4015803" y="1006294"/>
                  </a:cubicBezTo>
                  <a:cubicBezTo>
                    <a:pt x="3857053" y="980894"/>
                    <a:pt x="3733863" y="1040584"/>
                    <a:pt x="3597973" y="1035504"/>
                  </a:cubicBezTo>
                  <a:cubicBezTo>
                    <a:pt x="3467163" y="1031694"/>
                    <a:pt x="3343973" y="993594"/>
                    <a:pt x="3216973" y="985974"/>
                  </a:cubicBezTo>
                  <a:cubicBezTo>
                    <a:pt x="3091243" y="978354"/>
                    <a:pt x="2970593" y="993594"/>
                    <a:pt x="2839783" y="989784"/>
                  </a:cubicBezTo>
                  <a:cubicBezTo>
                    <a:pt x="2698813" y="985974"/>
                    <a:pt x="2583243" y="963114"/>
                    <a:pt x="2401633" y="958034"/>
                  </a:cubicBezTo>
                  <a:cubicBezTo>
                    <a:pt x="2099373" y="949144"/>
                    <a:pt x="1482153" y="1015184"/>
                    <a:pt x="1200213" y="973274"/>
                  </a:cubicBezTo>
                  <a:cubicBezTo>
                    <a:pt x="1040193" y="950414"/>
                    <a:pt x="900493" y="941524"/>
                    <a:pt x="834453" y="858974"/>
                  </a:cubicBezTo>
                  <a:cubicBezTo>
                    <a:pt x="768413" y="776424"/>
                    <a:pt x="754443" y="578304"/>
                    <a:pt x="802703" y="479244"/>
                  </a:cubicBezTo>
                  <a:cubicBezTo>
                    <a:pt x="853503" y="377644"/>
                    <a:pt x="1014793" y="305254"/>
                    <a:pt x="1136713" y="258264"/>
                  </a:cubicBezTo>
                  <a:cubicBezTo>
                    <a:pt x="1259903" y="211274"/>
                    <a:pt x="1400873" y="210004"/>
                    <a:pt x="1535493" y="199844"/>
                  </a:cubicBezTo>
                  <a:cubicBezTo>
                    <a:pt x="1673923" y="189684"/>
                    <a:pt x="1816163" y="203654"/>
                    <a:pt x="1954593" y="198574"/>
                  </a:cubicBezTo>
                  <a:cubicBezTo>
                    <a:pt x="2093023" y="193494"/>
                    <a:pt x="2207323" y="175714"/>
                    <a:pt x="2366073" y="169364"/>
                  </a:cubicBezTo>
                  <a:cubicBezTo>
                    <a:pt x="2585783" y="161744"/>
                    <a:pt x="2923603" y="179524"/>
                    <a:pt x="3152203" y="168094"/>
                  </a:cubicBezTo>
                  <a:cubicBezTo>
                    <a:pt x="3330003" y="159204"/>
                    <a:pt x="3427793" y="131264"/>
                    <a:pt x="3625913" y="121104"/>
                  </a:cubicBezTo>
                  <a:cubicBezTo>
                    <a:pt x="3961193" y="103324"/>
                    <a:pt x="4646993" y="112214"/>
                    <a:pt x="4975923" y="118564"/>
                  </a:cubicBezTo>
                  <a:cubicBezTo>
                    <a:pt x="5165153" y="122374"/>
                    <a:pt x="5280723" y="118564"/>
                    <a:pt x="5422963" y="137614"/>
                  </a:cubicBezTo>
                  <a:cubicBezTo>
                    <a:pt x="5555043" y="155394"/>
                    <a:pt x="5665533" y="194764"/>
                    <a:pt x="5798883" y="222704"/>
                  </a:cubicBezTo>
                  <a:cubicBezTo>
                    <a:pt x="5952553" y="253184"/>
                    <a:pt x="6129083" y="269694"/>
                    <a:pt x="6290373" y="309064"/>
                  </a:cubicBezTo>
                  <a:cubicBezTo>
                    <a:pt x="6451663" y="347164"/>
                    <a:pt x="6572313" y="409394"/>
                    <a:pt x="6767893" y="453844"/>
                  </a:cubicBezTo>
                  <a:cubicBezTo>
                    <a:pt x="7067613" y="521154"/>
                    <a:pt x="7585773" y="591004"/>
                    <a:pt x="7919783" y="626564"/>
                  </a:cubicBezTo>
                  <a:cubicBezTo>
                    <a:pt x="8176323" y="654504"/>
                    <a:pt x="8319833" y="655774"/>
                    <a:pt x="8601773" y="668474"/>
                  </a:cubicBezTo>
                  <a:cubicBezTo>
                    <a:pt x="9057703" y="690064"/>
                    <a:pt x="9753663" y="710384"/>
                    <a:pt x="10401363" y="723084"/>
                  </a:cubicBezTo>
                  <a:cubicBezTo>
                    <a:pt x="11158283" y="739594"/>
                    <a:pt x="12220003" y="735784"/>
                    <a:pt x="12865163" y="752294"/>
                  </a:cubicBezTo>
                  <a:cubicBezTo>
                    <a:pt x="13284263" y="762454"/>
                    <a:pt x="13550963" y="785314"/>
                    <a:pt x="13900213" y="794204"/>
                  </a:cubicBezTo>
                  <a:cubicBezTo>
                    <a:pt x="14257082" y="803094"/>
                    <a:pt x="14594904" y="805634"/>
                    <a:pt x="14987332" y="803094"/>
                  </a:cubicBezTo>
                  <a:cubicBezTo>
                    <a:pt x="15449613" y="800554"/>
                    <a:pt x="16102393" y="775154"/>
                    <a:pt x="16501173" y="775154"/>
                  </a:cubicBezTo>
                  <a:cubicBezTo>
                    <a:pt x="16762793" y="773884"/>
                    <a:pt x="16962182" y="761184"/>
                    <a:pt x="17151413" y="785314"/>
                  </a:cubicBezTo>
                  <a:cubicBezTo>
                    <a:pt x="17301273" y="804364"/>
                    <a:pt x="17374932" y="853894"/>
                    <a:pt x="17550193" y="880564"/>
                  </a:cubicBezTo>
                  <a:cubicBezTo>
                    <a:pt x="17880393" y="930094"/>
                    <a:pt x="18651282" y="921204"/>
                    <a:pt x="18994182" y="975814"/>
                  </a:cubicBezTo>
                  <a:cubicBezTo>
                    <a:pt x="19188493" y="1006294"/>
                    <a:pt x="19344704" y="1053284"/>
                    <a:pt x="19443763" y="1088844"/>
                  </a:cubicBezTo>
                  <a:cubicBezTo>
                    <a:pt x="19495832" y="1107894"/>
                    <a:pt x="19525043" y="1118054"/>
                    <a:pt x="19559332" y="1142184"/>
                  </a:cubicBezTo>
                  <a:cubicBezTo>
                    <a:pt x="19593623" y="1165044"/>
                    <a:pt x="19625373" y="1195524"/>
                    <a:pt x="19650773" y="1228544"/>
                  </a:cubicBezTo>
                  <a:cubicBezTo>
                    <a:pt x="19676173" y="1261564"/>
                    <a:pt x="19697763" y="1300934"/>
                    <a:pt x="19710463" y="1340304"/>
                  </a:cubicBezTo>
                  <a:cubicBezTo>
                    <a:pt x="19724432" y="1379674"/>
                    <a:pt x="19732054" y="1422854"/>
                    <a:pt x="19732054" y="1464764"/>
                  </a:cubicBezTo>
                  <a:cubicBezTo>
                    <a:pt x="19732054" y="1506674"/>
                    <a:pt x="19724432" y="1551124"/>
                    <a:pt x="19711732" y="1590494"/>
                  </a:cubicBezTo>
                  <a:cubicBezTo>
                    <a:pt x="19699032" y="1629864"/>
                    <a:pt x="19677443" y="1669234"/>
                    <a:pt x="19653313" y="1702254"/>
                  </a:cubicBezTo>
                  <a:cubicBezTo>
                    <a:pt x="19627913" y="1735274"/>
                    <a:pt x="19594893" y="1765754"/>
                    <a:pt x="19560604" y="1789884"/>
                  </a:cubicBezTo>
                  <a:cubicBezTo>
                    <a:pt x="19526313" y="1812744"/>
                    <a:pt x="19486943" y="1831794"/>
                    <a:pt x="19446304" y="1843224"/>
                  </a:cubicBezTo>
                  <a:cubicBezTo>
                    <a:pt x="19406932" y="1854654"/>
                    <a:pt x="19362482" y="1858464"/>
                    <a:pt x="19320573" y="1857194"/>
                  </a:cubicBezTo>
                  <a:cubicBezTo>
                    <a:pt x="19278663" y="1854654"/>
                    <a:pt x="19235482" y="1845764"/>
                    <a:pt x="19197382" y="1830524"/>
                  </a:cubicBezTo>
                  <a:cubicBezTo>
                    <a:pt x="19158013" y="1815284"/>
                    <a:pt x="19119913" y="1792424"/>
                    <a:pt x="19088163" y="1765754"/>
                  </a:cubicBezTo>
                  <a:cubicBezTo>
                    <a:pt x="19056413" y="1737814"/>
                    <a:pt x="19027204" y="1704794"/>
                    <a:pt x="19005613" y="1669234"/>
                  </a:cubicBezTo>
                  <a:cubicBezTo>
                    <a:pt x="18984023" y="1633674"/>
                    <a:pt x="18967513" y="1591764"/>
                    <a:pt x="18958623" y="1551124"/>
                  </a:cubicBezTo>
                  <a:cubicBezTo>
                    <a:pt x="18949732" y="1510484"/>
                    <a:pt x="18947193" y="1466034"/>
                    <a:pt x="18951004" y="1425394"/>
                  </a:cubicBezTo>
                  <a:cubicBezTo>
                    <a:pt x="18956082" y="1383484"/>
                    <a:pt x="18967513" y="1340304"/>
                    <a:pt x="18985293" y="1303474"/>
                  </a:cubicBezTo>
                  <a:cubicBezTo>
                    <a:pt x="19001804" y="1265374"/>
                    <a:pt x="19027204" y="1228544"/>
                    <a:pt x="19055143" y="1198064"/>
                  </a:cubicBezTo>
                  <a:cubicBezTo>
                    <a:pt x="19084354" y="1167584"/>
                    <a:pt x="19119913" y="1140914"/>
                    <a:pt x="19156743" y="1120594"/>
                  </a:cubicBezTo>
                  <a:cubicBezTo>
                    <a:pt x="19193573" y="1101544"/>
                    <a:pt x="19235482" y="1087574"/>
                    <a:pt x="19276123" y="1079954"/>
                  </a:cubicBezTo>
                  <a:cubicBezTo>
                    <a:pt x="19316763" y="1073604"/>
                    <a:pt x="19361213" y="1073604"/>
                    <a:pt x="19403123" y="1079954"/>
                  </a:cubicBezTo>
                  <a:cubicBezTo>
                    <a:pt x="19443763" y="1086304"/>
                    <a:pt x="19485673" y="1100274"/>
                    <a:pt x="19522504" y="1120594"/>
                  </a:cubicBezTo>
                  <a:cubicBezTo>
                    <a:pt x="19559332" y="1139644"/>
                    <a:pt x="19594893" y="1166314"/>
                    <a:pt x="19624104" y="1196794"/>
                  </a:cubicBezTo>
                  <a:cubicBezTo>
                    <a:pt x="19652043" y="1226004"/>
                    <a:pt x="19677443" y="1262834"/>
                    <a:pt x="19695223" y="1300934"/>
                  </a:cubicBezTo>
                  <a:cubicBezTo>
                    <a:pt x="19713004" y="1339034"/>
                    <a:pt x="19724432" y="1380944"/>
                    <a:pt x="19729513" y="1422854"/>
                  </a:cubicBezTo>
                  <a:cubicBezTo>
                    <a:pt x="19734593" y="1464764"/>
                    <a:pt x="19732054" y="1507944"/>
                    <a:pt x="19723163" y="1549854"/>
                  </a:cubicBezTo>
                  <a:cubicBezTo>
                    <a:pt x="19714273" y="1590494"/>
                    <a:pt x="19697763" y="1631134"/>
                    <a:pt x="19676173" y="1666694"/>
                  </a:cubicBezTo>
                  <a:cubicBezTo>
                    <a:pt x="19654582" y="1702254"/>
                    <a:pt x="19626643" y="1736544"/>
                    <a:pt x="19594893" y="1763214"/>
                  </a:cubicBezTo>
                  <a:cubicBezTo>
                    <a:pt x="19563143" y="1791154"/>
                    <a:pt x="19525043" y="1814014"/>
                    <a:pt x="19486943" y="1829254"/>
                  </a:cubicBezTo>
                  <a:cubicBezTo>
                    <a:pt x="19447573" y="1844494"/>
                    <a:pt x="19404393" y="1854654"/>
                    <a:pt x="19362482" y="1857194"/>
                  </a:cubicBezTo>
                  <a:cubicBezTo>
                    <a:pt x="19321843" y="1859734"/>
                    <a:pt x="19281204" y="1852114"/>
                    <a:pt x="19236754" y="1843224"/>
                  </a:cubicBezTo>
                  <a:cubicBezTo>
                    <a:pt x="19185954" y="1833064"/>
                    <a:pt x="19140232" y="1812744"/>
                    <a:pt x="19072923" y="1796234"/>
                  </a:cubicBezTo>
                  <a:cubicBezTo>
                    <a:pt x="18963704" y="1769564"/>
                    <a:pt x="18816382" y="1735274"/>
                    <a:pt x="18643663" y="1712414"/>
                  </a:cubicBezTo>
                  <a:cubicBezTo>
                    <a:pt x="18389663" y="1679394"/>
                    <a:pt x="17965482" y="1684474"/>
                    <a:pt x="17688623" y="1645104"/>
                  </a:cubicBezTo>
                  <a:cubicBezTo>
                    <a:pt x="17470182" y="1614624"/>
                    <a:pt x="17307623" y="1544774"/>
                    <a:pt x="17112043" y="1520644"/>
                  </a:cubicBezTo>
                  <a:cubicBezTo>
                    <a:pt x="16912654" y="1496514"/>
                    <a:pt x="16750093" y="1506674"/>
                    <a:pt x="16501173" y="1500324"/>
                  </a:cubicBezTo>
                  <a:cubicBezTo>
                    <a:pt x="16108743" y="1488894"/>
                    <a:pt x="15449613" y="1473654"/>
                    <a:pt x="14984793" y="1467304"/>
                  </a:cubicBezTo>
                  <a:cubicBezTo>
                    <a:pt x="14587282" y="1462224"/>
                    <a:pt x="14182154" y="1466034"/>
                    <a:pt x="13882432" y="1460954"/>
                  </a:cubicBezTo>
                  <a:cubicBezTo>
                    <a:pt x="13674154" y="1457144"/>
                    <a:pt x="13526832" y="1454604"/>
                    <a:pt x="13354113" y="1445714"/>
                  </a:cubicBezTo>
                  <a:cubicBezTo>
                    <a:pt x="13187743" y="1438094"/>
                    <a:pt x="13081063" y="1419044"/>
                    <a:pt x="12865163" y="1413964"/>
                  </a:cubicBezTo>
                  <a:cubicBezTo>
                    <a:pt x="12447333" y="1401264"/>
                    <a:pt x="11677713" y="1420314"/>
                    <a:pt x="11019853" y="1430474"/>
                  </a:cubicBezTo>
                  <a:cubicBezTo>
                    <a:pt x="10262933" y="1441904"/>
                    <a:pt x="9066593" y="1477464"/>
                    <a:pt x="8580182" y="1480004"/>
                  </a:cubicBezTo>
                  <a:cubicBezTo>
                    <a:pt x="8371903" y="1481274"/>
                    <a:pt x="8321103" y="1487624"/>
                    <a:pt x="8134413" y="1476194"/>
                  </a:cubicBezTo>
                  <a:cubicBezTo>
                    <a:pt x="7816913" y="1455874"/>
                    <a:pt x="7203503" y="1384754"/>
                    <a:pt x="6851713" y="1323794"/>
                  </a:cubicBezTo>
                  <a:cubicBezTo>
                    <a:pt x="6600253" y="1280614"/>
                    <a:pt x="6405943" y="1212034"/>
                    <a:pt x="6212903" y="1177744"/>
                  </a:cubicBezTo>
                  <a:cubicBezTo>
                    <a:pt x="6056693" y="1148534"/>
                    <a:pt x="5925883" y="1147264"/>
                    <a:pt x="5783643" y="1120594"/>
                  </a:cubicBezTo>
                  <a:cubicBezTo>
                    <a:pt x="5638863" y="1093924"/>
                    <a:pt x="5538533" y="1040584"/>
                    <a:pt x="5351843" y="1017724"/>
                  </a:cubicBezTo>
                  <a:cubicBezTo>
                    <a:pt x="5022913" y="978354"/>
                    <a:pt x="4285043" y="1006294"/>
                    <a:pt x="3967543" y="1007564"/>
                  </a:cubicBezTo>
                  <a:cubicBezTo>
                    <a:pt x="3802443" y="1008834"/>
                    <a:pt x="3721163" y="1007564"/>
                    <a:pt x="3590353" y="1016454"/>
                  </a:cubicBezTo>
                  <a:cubicBezTo>
                    <a:pt x="3449383" y="1026614"/>
                    <a:pt x="3319843" y="1055824"/>
                    <a:pt x="3152203" y="1065984"/>
                  </a:cubicBezTo>
                  <a:cubicBezTo>
                    <a:pt x="2928683" y="1077414"/>
                    <a:pt x="2587053" y="1057094"/>
                    <a:pt x="2367343" y="1064714"/>
                  </a:cubicBezTo>
                  <a:cubicBezTo>
                    <a:pt x="2207323" y="1069794"/>
                    <a:pt x="2091753" y="1086304"/>
                    <a:pt x="1954593" y="1090114"/>
                  </a:cubicBezTo>
                  <a:cubicBezTo>
                    <a:pt x="1819973" y="1095194"/>
                    <a:pt x="1709483" y="1079954"/>
                    <a:pt x="1552003" y="1090114"/>
                  </a:cubicBezTo>
                  <a:cubicBezTo>
                    <a:pt x="1327213" y="1104084"/>
                    <a:pt x="956373" y="1206954"/>
                    <a:pt x="736663" y="1194254"/>
                  </a:cubicBezTo>
                  <a:cubicBezTo>
                    <a:pt x="585533" y="1186634"/>
                    <a:pt x="469963" y="1162504"/>
                    <a:pt x="359473" y="1102814"/>
                  </a:cubicBezTo>
                  <a:cubicBezTo>
                    <a:pt x="246443" y="1041854"/>
                    <a:pt x="119443" y="949144"/>
                    <a:pt x="64833" y="831034"/>
                  </a:cubicBezTo>
                  <a:cubicBezTo>
                    <a:pt x="2603" y="697684"/>
                    <a:pt x="-32957" y="460194"/>
                    <a:pt x="43243" y="329384"/>
                  </a:cubicBezTo>
                  <a:cubicBezTo>
                    <a:pt x="133413" y="174444"/>
                    <a:pt x="462343" y="51254"/>
                    <a:pt x="655383" y="10614"/>
                  </a:cubicBezTo>
                  <a:cubicBezTo>
                    <a:pt x="810323" y="-21136"/>
                    <a:pt x="952563" y="27124"/>
                    <a:pt x="1097343" y="41094"/>
                  </a:cubicBezTo>
                  <a:cubicBezTo>
                    <a:pt x="1239583" y="56334"/>
                    <a:pt x="1357693" y="85544"/>
                    <a:pt x="1520253" y="96974"/>
                  </a:cubicBezTo>
                  <a:cubicBezTo>
                    <a:pt x="1739963" y="112214"/>
                    <a:pt x="2086673" y="93164"/>
                    <a:pt x="2301303" y="102054"/>
                  </a:cubicBezTo>
                  <a:cubicBezTo>
                    <a:pt x="2454973" y="109674"/>
                    <a:pt x="2537523" y="124914"/>
                    <a:pt x="2692463" y="132534"/>
                  </a:cubicBezTo>
                  <a:cubicBezTo>
                    <a:pt x="2918523" y="145234"/>
                    <a:pt x="3294443" y="129994"/>
                    <a:pt x="3530663" y="159204"/>
                  </a:cubicBezTo>
                  <a:cubicBezTo>
                    <a:pt x="3704653" y="180794"/>
                    <a:pt x="3835463" y="230324"/>
                    <a:pt x="3981513" y="258264"/>
                  </a:cubicBezTo>
                  <a:cubicBezTo>
                    <a:pt x="4121213" y="284934"/>
                    <a:pt x="4225353" y="290014"/>
                    <a:pt x="4387913" y="325574"/>
                  </a:cubicBezTo>
                  <a:cubicBezTo>
                    <a:pt x="4640643" y="382724"/>
                    <a:pt x="5081333" y="542744"/>
                    <a:pt x="5344223" y="594814"/>
                  </a:cubicBezTo>
                  <a:cubicBezTo>
                    <a:pt x="5522023" y="629104"/>
                    <a:pt x="5649023" y="634184"/>
                    <a:pt x="5800153" y="644344"/>
                  </a:cubicBezTo>
                  <a:cubicBezTo>
                    <a:pt x="5952553" y="654504"/>
                    <a:pt x="6163373" y="636724"/>
                    <a:pt x="6254813" y="654504"/>
                  </a:cubicBezTo>
                  <a:cubicBezTo>
                    <a:pt x="6296723" y="663394"/>
                    <a:pt x="6314503" y="673554"/>
                    <a:pt x="6341173" y="687524"/>
                  </a:cubicBezTo>
                  <a:cubicBezTo>
                    <a:pt x="6369113" y="701494"/>
                    <a:pt x="6394513" y="719274"/>
                    <a:pt x="6417373" y="740864"/>
                  </a:cubicBezTo>
                  <a:cubicBezTo>
                    <a:pt x="6441503" y="761184"/>
                    <a:pt x="6461823" y="784044"/>
                    <a:pt x="6479603" y="809444"/>
                  </a:cubicBezTo>
                  <a:cubicBezTo>
                    <a:pt x="6497383" y="834844"/>
                    <a:pt x="6511353" y="862784"/>
                    <a:pt x="6522783" y="891994"/>
                  </a:cubicBezTo>
                  <a:cubicBezTo>
                    <a:pt x="6532943" y="919934"/>
                    <a:pt x="6540563" y="951684"/>
                    <a:pt x="6544373" y="982164"/>
                  </a:cubicBezTo>
                  <a:cubicBezTo>
                    <a:pt x="6548183" y="1012644"/>
                    <a:pt x="6548183" y="1044394"/>
                    <a:pt x="6544373" y="1073604"/>
                  </a:cubicBezTo>
                  <a:cubicBezTo>
                    <a:pt x="6540563" y="1104084"/>
                    <a:pt x="6532943" y="1135834"/>
                    <a:pt x="6522783" y="1163774"/>
                  </a:cubicBezTo>
                  <a:cubicBezTo>
                    <a:pt x="6511353" y="1192984"/>
                    <a:pt x="6497383" y="1220924"/>
                    <a:pt x="6479603" y="1246324"/>
                  </a:cubicBezTo>
                  <a:cubicBezTo>
                    <a:pt x="6461823" y="1271724"/>
                    <a:pt x="6440233" y="1295854"/>
                    <a:pt x="6417373" y="1316174"/>
                  </a:cubicBezTo>
                  <a:cubicBezTo>
                    <a:pt x="6394513" y="1336494"/>
                    <a:pt x="6369113" y="1354274"/>
                    <a:pt x="6341173" y="1368244"/>
                  </a:cubicBezTo>
                  <a:cubicBezTo>
                    <a:pt x="6314503" y="1382214"/>
                    <a:pt x="6285293" y="1393644"/>
                    <a:pt x="6254813" y="1401264"/>
                  </a:cubicBezTo>
                  <a:cubicBezTo>
                    <a:pt x="6225603" y="1408884"/>
                    <a:pt x="6163373" y="1412694"/>
                    <a:pt x="6163373" y="1412694"/>
                  </a:cubicBezTo>
                </a:path>
              </a:pathLst>
            </a:custGeom>
            <a:solidFill>
              <a:srgbClr val="FFFFFF"/>
            </a:solidFill>
            <a:ln cap="sq">
              <a:noFill/>
              <a:prstDash val="solid"/>
              <a:miter/>
            </a:ln>
          </p:spPr>
        </p:sp>
      </p:grpSp>
      <p:grpSp>
        <p:nvGrpSpPr>
          <p:cNvPr name="Group 15" id="15"/>
          <p:cNvGrpSpPr/>
          <p:nvPr/>
        </p:nvGrpSpPr>
        <p:grpSpPr>
          <a:xfrm rot="0">
            <a:off x="13633132" y="-47625"/>
            <a:ext cx="633412" cy="633412"/>
            <a:chOff x="0" y="0"/>
            <a:chExt cx="844550" cy="844550"/>
          </a:xfrm>
        </p:grpSpPr>
        <p:sp>
          <p:nvSpPr>
            <p:cNvPr name="Freeform 16" id="16"/>
            <p:cNvSpPr/>
            <p:nvPr/>
          </p:nvSpPr>
          <p:spPr>
            <a:xfrm flipH="false" flipV="false" rot="0">
              <a:off x="50081" y="45258"/>
              <a:ext cx="732239" cy="749159"/>
            </a:xfrm>
            <a:custGeom>
              <a:avLst/>
              <a:gdLst/>
              <a:ahLst/>
              <a:cxnLst/>
              <a:rect r="r" b="b" t="t" l="l"/>
              <a:pathLst>
                <a:path h="749159" w="732239">
                  <a:moveTo>
                    <a:pt x="732239" y="263352"/>
                  </a:moveTo>
                  <a:cubicBezTo>
                    <a:pt x="732239" y="499572"/>
                    <a:pt x="705569" y="559262"/>
                    <a:pt x="668739" y="604982"/>
                  </a:cubicBezTo>
                  <a:cubicBezTo>
                    <a:pt x="633179" y="650702"/>
                    <a:pt x="581109" y="692612"/>
                    <a:pt x="527769" y="715472"/>
                  </a:cubicBezTo>
                  <a:cubicBezTo>
                    <a:pt x="475699" y="739602"/>
                    <a:pt x="409659" y="752302"/>
                    <a:pt x="351239" y="748492"/>
                  </a:cubicBezTo>
                  <a:cubicBezTo>
                    <a:pt x="294089" y="744682"/>
                    <a:pt x="230589" y="725632"/>
                    <a:pt x="181059" y="695152"/>
                  </a:cubicBezTo>
                  <a:cubicBezTo>
                    <a:pt x="130259" y="664672"/>
                    <a:pt x="83269" y="617682"/>
                    <a:pt x="54059" y="568152"/>
                  </a:cubicBezTo>
                  <a:cubicBezTo>
                    <a:pt x="23579" y="518622"/>
                    <a:pt x="3259" y="455122"/>
                    <a:pt x="719" y="396702"/>
                  </a:cubicBezTo>
                  <a:cubicBezTo>
                    <a:pt x="-3091" y="339552"/>
                    <a:pt x="8339" y="273512"/>
                    <a:pt x="32469" y="220172"/>
                  </a:cubicBezTo>
                  <a:cubicBezTo>
                    <a:pt x="56599" y="168102"/>
                    <a:pt x="97239" y="114762"/>
                    <a:pt x="142959" y="79202"/>
                  </a:cubicBezTo>
                  <a:cubicBezTo>
                    <a:pt x="188679" y="43642"/>
                    <a:pt x="249639" y="15702"/>
                    <a:pt x="306789" y="5542"/>
                  </a:cubicBezTo>
                  <a:cubicBezTo>
                    <a:pt x="363939" y="-4618"/>
                    <a:pt x="429979" y="-808"/>
                    <a:pt x="485859" y="16972"/>
                  </a:cubicBezTo>
                  <a:cubicBezTo>
                    <a:pt x="541739" y="33482"/>
                    <a:pt x="639529" y="109682"/>
                    <a:pt x="639529" y="109682"/>
                  </a:cubicBezTo>
                </a:path>
              </a:pathLst>
            </a:custGeom>
            <a:solidFill>
              <a:srgbClr val="FFFFFF"/>
            </a:solidFill>
            <a:ln cap="sq">
              <a:noFill/>
              <a:prstDash val="solid"/>
              <a:miter/>
            </a:ln>
          </p:spPr>
        </p:sp>
      </p:grpSp>
      <p:grpSp>
        <p:nvGrpSpPr>
          <p:cNvPr name="Group 17" id="17"/>
          <p:cNvGrpSpPr/>
          <p:nvPr/>
        </p:nvGrpSpPr>
        <p:grpSpPr>
          <a:xfrm rot="0">
            <a:off x="756285" y="4500562"/>
            <a:ext cx="673418" cy="657225"/>
            <a:chOff x="0" y="0"/>
            <a:chExt cx="897890" cy="876300"/>
          </a:xfrm>
        </p:grpSpPr>
        <p:sp>
          <p:nvSpPr>
            <p:cNvPr name="Freeform 18" id="18"/>
            <p:cNvSpPr/>
            <p:nvPr/>
          </p:nvSpPr>
          <p:spPr>
            <a:xfrm flipH="false" flipV="false" rot="0">
              <a:off x="49132" y="49884"/>
              <a:ext cx="798466" cy="775616"/>
            </a:xfrm>
            <a:custGeom>
              <a:avLst/>
              <a:gdLst/>
              <a:ahLst/>
              <a:cxnLst/>
              <a:rect r="r" b="b" t="t" l="l"/>
              <a:pathLst>
                <a:path h="775616" w="798466">
                  <a:moveTo>
                    <a:pt x="207408" y="64416"/>
                  </a:moveTo>
                  <a:cubicBezTo>
                    <a:pt x="411878" y="-4164"/>
                    <a:pt x="452518" y="-1624"/>
                    <a:pt x="491888" y="5996"/>
                  </a:cubicBezTo>
                  <a:cubicBezTo>
                    <a:pt x="531258" y="13616"/>
                    <a:pt x="570628" y="28856"/>
                    <a:pt x="606188" y="47906"/>
                  </a:cubicBezTo>
                  <a:cubicBezTo>
                    <a:pt x="640478" y="68226"/>
                    <a:pt x="674768" y="94896"/>
                    <a:pt x="701438" y="124106"/>
                  </a:cubicBezTo>
                  <a:cubicBezTo>
                    <a:pt x="728108" y="153316"/>
                    <a:pt x="750968" y="190146"/>
                    <a:pt x="767478" y="226976"/>
                  </a:cubicBezTo>
                  <a:cubicBezTo>
                    <a:pt x="782718" y="263806"/>
                    <a:pt x="794148" y="304446"/>
                    <a:pt x="796688" y="345086"/>
                  </a:cubicBezTo>
                  <a:cubicBezTo>
                    <a:pt x="800498" y="384456"/>
                    <a:pt x="796688" y="427636"/>
                    <a:pt x="787798" y="467006"/>
                  </a:cubicBezTo>
                  <a:cubicBezTo>
                    <a:pt x="777638" y="505106"/>
                    <a:pt x="761128" y="544476"/>
                    <a:pt x="739538" y="578766"/>
                  </a:cubicBezTo>
                  <a:cubicBezTo>
                    <a:pt x="717948" y="613056"/>
                    <a:pt x="690008" y="644806"/>
                    <a:pt x="658258" y="670206"/>
                  </a:cubicBezTo>
                  <a:cubicBezTo>
                    <a:pt x="627778" y="695606"/>
                    <a:pt x="589678" y="715926"/>
                    <a:pt x="552848" y="729896"/>
                  </a:cubicBezTo>
                  <a:cubicBezTo>
                    <a:pt x="514748" y="743866"/>
                    <a:pt x="472838" y="752756"/>
                    <a:pt x="433468" y="754026"/>
                  </a:cubicBezTo>
                  <a:cubicBezTo>
                    <a:pt x="392828" y="755296"/>
                    <a:pt x="350918" y="748946"/>
                    <a:pt x="311548" y="737516"/>
                  </a:cubicBezTo>
                  <a:cubicBezTo>
                    <a:pt x="273448" y="726086"/>
                    <a:pt x="235348" y="707036"/>
                    <a:pt x="202328" y="684176"/>
                  </a:cubicBezTo>
                  <a:cubicBezTo>
                    <a:pt x="169308" y="660046"/>
                    <a:pt x="140098" y="629566"/>
                    <a:pt x="115968" y="597816"/>
                  </a:cubicBezTo>
                  <a:cubicBezTo>
                    <a:pt x="93108" y="564796"/>
                    <a:pt x="72788" y="526696"/>
                    <a:pt x="61358" y="488596"/>
                  </a:cubicBezTo>
                  <a:cubicBezTo>
                    <a:pt x="49928" y="450496"/>
                    <a:pt x="43578" y="407316"/>
                    <a:pt x="44848" y="367946"/>
                  </a:cubicBezTo>
                  <a:cubicBezTo>
                    <a:pt x="46118" y="327306"/>
                    <a:pt x="53738" y="285396"/>
                    <a:pt x="67708" y="247296"/>
                  </a:cubicBezTo>
                  <a:cubicBezTo>
                    <a:pt x="80408" y="210466"/>
                    <a:pt x="101998" y="172366"/>
                    <a:pt x="127398" y="141886"/>
                  </a:cubicBezTo>
                  <a:cubicBezTo>
                    <a:pt x="151528" y="110136"/>
                    <a:pt x="183278" y="80926"/>
                    <a:pt x="217568" y="59336"/>
                  </a:cubicBezTo>
                  <a:cubicBezTo>
                    <a:pt x="251858" y="37746"/>
                    <a:pt x="289958" y="21236"/>
                    <a:pt x="329328" y="11076"/>
                  </a:cubicBezTo>
                  <a:cubicBezTo>
                    <a:pt x="368698" y="916"/>
                    <a:pt x="410608" y="-1624"/>
                    <a:pt x="451248" y="916"/>
                  </a:cubicBezTo>
                  <a:cubicBezTo>
                    <a:pt x="490618" y="4726"/>
                    <a:pt x="532528" y="14886"/>
                    <a:pt x="569358" y="30126"/>
                  </a:cubicBezTo>
                  <a:cubicBezTo>
                    <a:pt x="606188" y="45366"/>
                    <a:pt x="643018" y="68226"/>
                    <a:pt x="672228" y="94896"/>
                  </a:cubicBezTo>
                  <a:cubicBezTo>
                    <a:pt x="702708" y="121566"/>
                    <a:pt x="729378" y="155856"/>
                    <a:pt x="748428" y="190146"/>
                  </a:cubicBezTo>
                  <a:cubicBezTo>
                    <a:pt x="768748" y="225706"/>
                    <a:pt x="783988" y="265076"/>
                    <a:pt x="791608" y="304446"/>
                  </a:cubicBezTo>
                  <a:cubicBezTo>
                    <a:pt x="799228" y="343816"/>
                    <a:pt x="800498" y="386996"/>
                    <a:pt x="795418" y="426366"/>
                  </a:cubicBezTo>
                  <a:cubicBezTo>
                    <a:pt x="790338" y="465736"/>
                    <a:pt x="777638" y="507646"/>
                    <a:pt x="759858" y="543206"/>
                  </a:cubicBezTo>
                  <a:cubicBezTo>
                    <a:pt x="742078" y="578766"/>
                    <a:pt x="716678" y="614326"/>
                    <a:pt x="688738" y="642266"/>
                  </a:cubicBezTo>
                  <a:cubicBezTo>
                    <a:pt x="660798" y="671476"/>
                    <a:pt x="626508" y="694336"/>
                    <a:pt x="589678" y="713386"/>
                  </a:cubicBezTo>
                  <a:cubicBezTo>
                    <a:pt x="550308" y="734976"/>
                    <a:pt x="498238" y="756566"/>
                    <a:pt x="457598" y="765456"/>
                  </a:cubicBezTo>
                  <a:cubicBezTo>
                    <a:pt x="425848" y="774346"/>
                    <a:pt x="397908" y="775616"/>
                    <a:pt x="367428" y="775616"/>
                  </a:cubicBezTo>
                  <a:cubicBezTo>
                    <a:pt x="338218" y="774346"/>
                    <a:pt x="307738" y="770536"/>
                    <a:pt x="278528" y="762916"/>
                  </a:cubicBezTo>
                  <a:cubicBezTo>
                    <a:pt x="249318" y="755296"/>
                    <a:pt x="220108" y="742596"/>
                    <a:pt x="194708" y="728626"/>
                  </a:cubicBezTo>
                  <a:cubicBezTo>
                    <a:pt x="168038" y="714656"/>
                    <a:pt x="142638" y="695606"/>
                    <a:pt x="121048" y="675286"/>
                  </a:cubicBezTo>
                  <a:cubicBezTo>
                    <a:pt x="99458" y="654966"/>
                    <a:pt x="79138" y="632106"/>
                    <a:pt x="62628" y="606706"/>
                  </a:cubicBezTo>
                  <a:cubicBezTo>
                    <a:pt x="46118" y="581306"/>
                    <a:pt x="32148" y="554636"/>
                    <a:pt x="21988" y="525426"/>
                  </a:cubicBezTo>
                  <a:cubicBezTo>
                    <a:pt x="11828" y="497486"/>
                    <a:pt x="5478" y="467006"/>
                    <a:pt x="1668" y="437796"/>
                  </a:cubicBezTo>
                  <a:cubicBezTo>
                    <a:pt x="-872" y="407316"/>
                    <a:pt x="-872" y="376836"/>
                    <a:pt x="4208" y="347626"/>
                  </a:cubicBezTo>
                  <a:cubicBezTo>
                    <a:pt x="8018" y="317146"/>
                    <a:pt x="15638" y="287936"/>
                    <a:pt x="27068" y="259996"/>
                  </a:cubicBezTo>
                  <a:cubicBezTo>
                    <a:pt x="38498" y="232056"/>
                    <a:pt x="53738" y="205386"/>
                    <a:pt x="70248" y="179986"/>
                  </a:cubicBezTo>
                  <a:cubicBezTo>
                    <a:pt x="88028" y="155856"/>
                    <a:pt x="109618" y="132996"/>
                    <a:pt x="132478" y="113946"/>
                  </a:cubicBezTo>
                  <a:cubicBezTo>
                    <a:pt x="155338" y="94896"/>
                    <a:pt x="207408" y="64416"/>
                    <a:pt x="207408" y="64416"/>
                  </a:cubicBezTo>
                </a:path>
              </a:pathLst>
            </a:custGeom>
            <a:solidFill>
              <a:srgbClr val="F9F9F9"/>
            </a:solidFill>
            <a:ln cap="sq">
              <a:noFill/>
              <a:prstDash val="solid"/>
              <a:miter/>
            </a:ln>
          </p:spPr>
        </p:sp>
      </p:grpSp>
      <p:grpSp>
        <p:nvGrpSpPr>
          <p:cNvPr name="Group 19" id="19"/>
          <p:cNvGrpSpPr/>
          <p:nvPr/>
        </p:nvGrpSpPr>
        <p:grpSpPr>
          <a:xfrm rot="0">
            <a:off x="-267653" y="9576435"/>
            <a:ext cx="19600545" cy="1146810"/>
            <a:chOff x="0" y="0"/>
            <a:chExt cx="26134060" cy="1529080"/>
          </a:xfrm>
        </p:grpSpPr>
        <p:sp>
          <p:nvSpPr>
            <p:cNvPr name="Freeform 20" id="20"/>
            <p:cNvSpPr/>
            <p:nvPr/>
          </p:nvSpPr>
          <p:spPr>
            <a:xfrm flipH="false" flipV="false" rot="0">
              <a:off x="49478" y="50482"/>
              <a:ext cx="26035369" cy="1433011"/>
            </a:xfrm>
            <a:custGeom>
              <a:avLst/>
              <a:gdLst/>
              <a:ahLst/>
              <a:cxnLst/>
              <a:rect r="r" b="b" t="t" l="l"/>
              <a:pathLst>
                <a:path h="1433011" w="26035369">
                  <a:moveTo>
                    <a:pt x="547422" y="38418"/>
                  </a:moveTo>
                  <a:cubicBezTo>
                    <a:pt x="1145592" y="334328"/>
                    <a:pt x="1270052" y="396558"/>
                    <a:pt x="1408482" y="443548"/>
                  </a:cubicBezTo>
                  <a:cubicBezTo>
                    <a:pt x="1549452" y="493078"/>
                    <a:pt x="1703122" y="528638"/>
                    <a:pt x="1845362" y="557848"/>
                  </a:cubicBezTo>
                  <a:cubicBezTo>
                    <a:pt x="1978712" y="585788"/>
                    <a:pt x="2099362" y="609918"/>
                    <a:pt x="2237792" y="621348"/>
                  </a:cubicBezTo>
                  <a:cubicBezTo>
                    <a:pt x="2390192" y="634048"/>
                    <a:pt x="2579422" y="628968"/>
                    <a:pt x="2724202" y="623888"/>
                  </a:cubicBezTo>
                  <a:cubicBezTo>
                    <a:pt x="2841042" y="621348"/>
                    <a:pt x="2962962" y="604838"/>
                    <a:pt x="3037892" y="603568"/>
                  </a:cubicBezTo>
                  <a:cubicBezTo>
                    <a:pt x="3079802" y="603568"/>
                    <a:pt x="3103932" y="603568"/>
                    <a:pt x="3135682" y="608648"/>
                  </a:cubicBezTo>
                  <a:cubicBezTo>
                    <a:pt x="3167432" y="613728"/>
                    <a:pt x="3199182" y="623888"/>
                    <a:pt x="3229662" y="636588"/>
                  </a:cubicBezTo>
                  <a:cubicBezTo>
                    <a:pt x="3258872" y="649288"/>
                    <a:pt x="3286812" y="667068"/>
                    <a:pt x="3313482" y="686118"/>
                  </a:cubicBezTo>
                  <a:cubicBezTo>
                    <a:pt x="3338882" y="705168"/>
                    <a:pt x="3363012" y="729298"/>
                    <a:pt x="3383332" y="754698"/>
                  </a:cubicBezTo>
                  <a:cubicBezTo>
                    <a:pt x="3402382" y="780098"/>
                    <a:pt x="3420162" y="808038"/>
                    <a:pt x="3434132" y="837248"/>
                  </a:cubicBezTo>
                  <a:cubicBezTo>
                    <a:pt x="3448102" y="866458"/>
                    <a:pt x="3458262" y="898208"/>
                    <a:pt x="3464612" y="929958"/>
                  </a:cubicBezTo>
                  <a:cubicBezTo>
                    <a:pt x="3470962" y="961708"/>
                    <a:pt x="3472232" y="994728"/>
                    <a:pt x="3470962" y="1026478"/>
                  </a:cubicBezTo>
                  <a:cubicBezTo>
                    <a:pt x="3469692" y="1059498"/>
                    <a:pt x="3463342" y="1092518"/>
                    <a:pt x="3454452" y="1122998"/>
                  </a:cubicBezTo>
                  <a:cubicBezTo>
                    <a:pt x="3445562" y="1153478"/>
                    <a:pt x="3431592" y="1185228"/>
                    <a:pt x="3416352" y="1211898"/>
                  </a:cubicBezTo>
                  <a:cubicBezTo>
                    <a:pt x="3399842" y="1239838"/>
                    <a:pt x="3379522" y="1266508"/>
                    <a:pt x="3356662" y="1289368"/>
                  </a:cubicBezTo>
                  <a:cubicBezTo>
                    <a:pt x="3333802" y="1313498"/>
                    <a:pt x="3308402" y="1333818"/>
                    <a:pt x="3280462" y="1350328"/>
                  </a:cubicBezTo>
                  <a:cubicBezTo>
                    <a:pt x="3252522" y="1368108"/>
                    <a:pt x="3223312" y="1382078"/>
                    <a:pt x="3191562" y="1392238"/>
                  </a:cubicBezTo>
                  <a:cubicBezTo>
                    <a:pt x="3161082" y="1402398"/>
                    <a:pt x="3139492" y="1408748"/>
                    <a:pt x="3096312" y="1410018"/>
                  </a:cubicBezTo>
                  <a:cubicBezTo>
                    <a:pt x="3011222" y="1413828"/>
                    <a:pt x="2894382" y="1379538"/>
                    <a:pt x="2711502" y="1369378"/>
                  </a:cubicBezTo>
                  <a:cubicBezTo>
                    <a:pt x="2261922" y="1343978"/>
                    <a:pt x="636322" y="1368108"/>
                    <a:pt x="382322" y="1351598"/>
                  </a:cubicBezTo>
                  <a:cubicBezTo>
                    <a:pt x="332792" y="1349058"/>
                    <a:pt x="32136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3950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48972" y="627698"/>
                    <a:pt x="292152" y="618808"/>
                  </a:cubicBezTo>
                  <a:cubicBezTo>
                    <a:pt x="419152" y="593408"/>
                    <a:pt x="812852" y="603568"/>
                    <a:pt x="1060502" y="585788"/>
                  </a:cubicBezTo>
                  <a:cubicBezTo>
                    <a:pt x="1292912" y="569278"/>
                    <a:pt x="1502462" y="543878"/>
                    <a:pt x="1732332" y="517208"/>
                  </a:cubicBezTo>
                  <a:cubicBezTo>
                    <a:pt x="1977442" y="487998"/>
                    <a:pt x="2254302" y="457518"/>
                    <a:pt x="2486712" y="418148"/>
                  </a:cubicBezTo>
                  <a:cubicBezTo>
                    <a:pt x="2689912" y="383858"/>
                    <a:pt x="2950262" y="314008"/>
                    <a:pt x="3055672" y="300038"/>
                  </a:cubicBezTo>
                  <a:cubicBezTo>
                    <a:pt x="3095042" y="294958"/>
                    <a:pt x="3110282" y="293688"/>
                    <a:pt x="3136952" y="294958"/>
                  </a:cubicBezTo>
                  <a:cubicBezTo>
                    <a:pt x="3164892" y="297498"/>
                    <a:pt x="3191562" y="302578"/>
                    <a:pt x="3218232" y="310198"/>
                  </a:cubicBezTo>
                  <a:cubicBezTo>
                    <a:pt x="3243632" y="317818"/>
                    <a:pt x="3270302" y="329248"/>
                    <a:pt x="3293162" y="343218"/>
                  </a:cubicBezTo>
                  <a:cubicBezTo>
                    <a:pt x="3316022" y="358458"/>
                    <a:pt x="3338882" y="374968"/>
                    <a:pt x="3357932" y="394018"/>
                  </a:cubicBezTo>
                  <a:cubicBezTo>
                    <a:pt x="3376982" y="413068"/>
                    <a:pt x="3394762" y="435928"/>
                    <a:pt x="3408732" y="458788"/>
                  </a:cubicBezTo>
                  <a:cubicBezTo>
                    <a:pt x="3422702" y="48291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0772" y="964248"/>
                    <a:pt x="3178862" y="970598"/>
                  </a:cubicBezTo>
                  <a:cubicBezTo>
                    <a:pt x="3029002" y="994728"/>
                    <a:pt x="2411782" y="973138"/>
                    <a:pt x="2129842" y="987108"/>
                  </a:cubicBezTo>
                  <a:cubicBezTo>
                    <a:pt x="1938072" y="997268"/>
                    <a:pt x="1799642" y="1034098"/>
                    <a:pt x="1649782" y="1027748"/>
                  </a:cubicBezTo>
                  <a:cubicBezTo>
                    <a:pt x="1517702" y="1022668"/>
                    <a:pt x="1403402" y="992188"/>
                    <a:pt x="1277672" y="966788"/>
                  </a:cubicBezTo>
                  <a:cubicBezTo>
                    <a:pt x="1148132" y="940118"/>
                    <a:pt x="1031292" y="902018"/>
                    <a:pt x="885242" y="872808"/>
                  </a:cubicBezTo>
                  <a:cubicBezTo>
                    <a:pt x="706172" y="834708"/>
                    <a:pt x="387402" y="802958"/>
                    <a:pt x="278182" y="767398"/>
                  </a:cubicBezTo>
                  <a:cubicBezTo>
                    <a:pt x="236272" y="75342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387402" y="-2222"/>
                    <a:pt x="435662" y="4128"/>
                  </a:cubicBezTo>
                  <a:cubicBezTo>
                    <a:pt x="624892" y="26988"/>
                    <a:pt x="1446582" y="327978"/>
                    <a:pt x="1789482" y="383858"/>
                  </a:cubicBezTo>
                  <a:cubicBezTo>
                    <a:pt x="1993952" y="418148"/>
                    <a:pt x="2126032" y="405448"/>
                    <a:pt x="2287322" y="410528"/>
                  </a:cubicBezTo>
                  <a:cubicBezTo>
                    <a:pt x="2439722" y="414338"/>
                    <a:pt x="2579422" y="424498"/>
                    <a:pt x="2733092" y="413068"/>
                  </a:cubicBezTo>
                  <a:cubicBezTo>
                    <a:pt x="2898192" y="400368"/>
                    <a:pt x="3086152" y="364808"/>
                    <a:pt x="3247442" y="329248"/>
                  </a:cubicBezTo>
                  <a:cubicBezTo>
                    <a:pt x="3393492" y="298768"/>
                    <a:pt x="3523032" y="244158"/>
                    <a:pt x="3660192" y="218758"/>
                  </a:cubicBezTo>
                  <a:cubicBezTo>
                    <a:pt x="3792272" y="194628"/>
                    <a:pt x="3884982" y="188278"/>
                    <a:pt x="4055162" y="179388"/>
                  </a:cubicBezTo>
                  <a:cubicBezTo>
                    <a:pt x="4368852" y="161608"/>
                    <a:pt x="4843832" y="165418"/>
                    <a:pt x="5388662" y="161608"/>
                  </a:cubicBezTo>
                  <a:cubicBezTo>
                    <a:pt x="6254802" y="153988"/>
                    <a:pt x="8142022" y="193358"/>
                    <a:pt x="8751622" y="153988"/>
                  </a:cubicBezTo>
                  <a:cubicBezTo>
                    <a:pt x="8981492" y="138748"/>
                    <a:pt x="9071662" y="104458"/>
                    <a:pt x="9224062" y="93028"/>
                  </a:cubicBezTo>
                  <a:cubicBezTo>
                    <a:pt x="9366302" y="81598"/>
                    <a:pt x="9422182" y="85408"/>
                    <a:pt x="9640622" y="81598"/>
                  </a:cubicBezTo>
                  <a:cubicBezTo>
                    <a:pt x="10445802" y="71438"/>
                    <a:pt x="14497102" y="43498"/>
                    <a:pt x="15316252" y="79058"/>
                  </a:cubicBezTo>
                  <a:cubicBezTo>
                    <a:pt x="15542311" y="89218"/>
                    <a:pt x="15603272" y="93028"/>
                    <a:pt x="15749322" y="117158"/>
                  </a:cubicBezTo>
                  <a:cubicBezTo>
                    <a:pt x="15901722" y="141288"/>
                    <a:pt x="16063011" y="204788"/>
                    <a:pt x="16210333" y="225108"/>
                  </a:cubicBezTo>
                  <a:cubicBezTo>
                    <a:pt x="16344952" y="244158"/>
                    <a:pt x="16422422" y="237808"/>
                    <a:pt x="16598952" y="241618"/>
                  </a:cubicBezTo>
                  <a:cubicBezTo>
                    <a:pt x="16979952" y="251778"/>
                    <a:pt x="17985792" y="258128"/>
                    <a:pt x="18407433" y="250508"/>
                  </a:cubicBezTo>
                  <a:cubicBezTo>
                    <a:pt x="18633492" y="246698"/>
                    <a:pt x="18704611" y="235268"/>
                    <a:pt x="18929402" y="230188"/>
                  </a:cubicBezTo>
                  <a:cubicBezTo>
                    <a:pt x="19342152" y="221298"/>
                    <a:pt x="20280683" y="242888"/>
                    <a:pt x="20679461" y="225108"/>
                  </a:cubicBezTo>
                  <a:cubicBezTo>
                    <a:pt x="20887742" y="216218"/>
                    <a:pt x="20967752" y="194628"/>
                    <a:pt x="21153172" y="183198"/>
                  </a:cubicBezTo>
                  <a:cubicBezTo>
                    <a:pt x="21418602" y="169228"/>
                    <a:pt x="21807222" y="170498"/>
                    <a:pt x="22122183" y="159068"/>
                  </a:cubicBezTo>
                  <a:cubicBezTo>
                    <a:pt x="22421902" y="147638"/>
                    <a:pt x="22627642" y="126048"/>
                    <a:pt x="22998483" y="117158"/>
                  </a:cubicBezTo>
                  <a:cubicBezTo>
                    <a:pt x="23637292" y="103188"/>
                    <a:pt x="25327661" y="103188"/>
                    <a:pt x="25614683" y="120968"/>
                  </a:cubicBezTo>
                  <a:cubicBezTo>
                    <a:pt x="25670561"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2818"/>
                  </a:cubicBezTo>
                  <a:cubicBezTo>
                    <a:pt x="25681992" y="960438"/>
                    <a:pt x="25665483" y="961708"/>
                    <a:pt x="25613411" y="964248"/>
                  </a:cubicBezTo>
                  <a:cubicBezTo>
                    <a:pt x="25440692" y="974408"/>
                    <a:pt x="24800611" y="956628"/>
                    <a:pt x="24480572" y="959168"/>
                  </a:cubicBezTo>
                  <a:cubicBezTo>
                    <a:pt x="24246892" y="960438"/>
                    <a:pt x="24099572" y="959168"/>
                    <a:pt x="23872242" y="971868"/>
                  </a:cubicBezTo>
                  <a:cubicBezTo>
                    <a:pt x="23582683" y="988378"/>
                    <a:pt x="23172472" y="1020128"/>
                    <a:pt x="22885452" y="1063308"/>
                  </a:cubicBezTo>
                  <a:cubicBezTo>
                    <a:pt x="22659392" y="1097598"/>
                    <a:pt x="22467622" y="1157288"/>
                    <a:pt x="22283472" y="1191578"/>
                  </a:cubicBezTo>
                  <a:cubicBezTo>
                    <a:pt x="22128533" y="1220788"/>
                    <a:pt x="22033283" y="1246188"/>
                    <a:pt x="21852942" y="1261428"/>
                  </a:cubicBezTo>
                  <a:cubicBezTo>
                    <a:pt x="21555761" y="1288098"/>
                    <a:pt x="20986802" y="1267778"/>
                    <a:pt x="20657872" y="1280478"/>
                  </a:cubicBezTo>
                  <a:cubicBezTo>
                    <a:pt x="20425461" y="1289368"/>
                    <a:pt x="20248933" y="1296988"/>
                    <a:pt x="20067322" y="1317308"/>
                  </a:cubicBezTo>
                  <a:cubicBezTo>
                    <a:pt x="19908572" y="1333818"/>
                    <a:pt x="19784111" y="1370648"/>
                    <a:pt x="19622822" y="1387158"/>
                  </a:cubicBezTo>
                  <a:cubicBezTo>
                    <a:pt x="19433592" y="1407478"/>
                    <a:pt x="19241822" y="1410018"/>
                    <a:pt x="19001792" y="1417638"/>
                  </a:cubicBezTo>
                  <a:cubicBezTo>
                    <a:pt x="18670322" y="1426528"/>
                    <a:pt x="18015002" y="1441768"/>
                    <a:pt x="17820692" y="1426528"/>
                  </a:cubicBezTo>
                  <a:cubicBezTo>
                    <a:pt x="17755922" y="1421448"/>
                    <a:pt x="17733061" y="1420178"/>
                    <a:pt x="17692422" y="1406208"/>
                  </a:cubicBezTo>
                  <a:cubicBezTo>
                    <a:pt x="17651783" y="1392238"/>
                    <a:pt x="17612411" y="1371918"/>
                    <a:pt x="17578122" y="1345248"/>
                  </a:cubicBezTo>
                  <a:cubicBezTo>
                    <a:pt x="17543833" y="1319848"/>
                    <a:pt x="17513352" y="1286828"/>
                    <a:pt x="17489222" y="1251268"/>
                  </a:cubicBezTo>
                  <a:cubicBezTo>
                    <a:pt x="17465092" y="1215708"/>
                    <a:pt x="17446042" y="1175068"/>
                    <a:pt x="17434611" y="1134428"/>
                  </a:cubicBezTo>
                  <a:cubicBezTo>
                    <a:pt x="17423183" y="1092518"/>
                    <a:pt x="17418102" y="1048068"/>
                    <a:pt x="17420642" y="1004888"/>
                  </a:cubicBezTo>
                  <a:cubicBezTo>
                    <a:pt x="17421911" y="962978"/>
                    <a:pt x="17432072" y="918528"/>
                    <a:pt x="17447311" y="877888"/>
                  </a:cubicBezTo>
                  <a:cubicBezTo>
                    <a:pt x="17463822" y="838518"/>
                    <a:pt x="17486683" y="799148"/>
                    <a:pt x="17514622" y="767398"/>
                  </a:cubicBezTo>
                  <a:cubicBezTo>
                    <a:pt x="17542561" y="734378"/>
                    <a:pt x="17576852" y="705168"/>
                    <a:pt x="17613683" y="683578"/>
                  </a:cubicBezTo>
                  <a:cubicBezTo>
                    <a:pt x="17650511" y="660718"/>
                    <a:pt x="17692422" y="644208"/>
                    <a:pt x="17734333" y="635318"/>
                  </a:cubicBezTo>
                  <a:cubicBezTo>
                    <a:pt x="17774972" y="626428"/>
                    <a:pt x="17820692" y="623888"/>
                    <a:pt x="17862602" y="627698"/>
                  </a:cubicBezTo>
                  <a:cubicBezTo>
                    <a:pt x="17905783" y="632778"/>
                    <a:pt x="17948961" y="644208"/>
                    <a:pt x="17988333" y="661988"/>
                  </a:cubicBezTo>
                  <a:cubicBezTo>
                    <a:pt x="18026433" y="679768"/>
                    <a:pt x="18064533" y="706438"/>
                    <a:pt x="18095011" y="735648"/>
                  </a:cubicBezTo>
                  <a:cubicBezTo>
                    <a:pt x="18126761" y="764858"/>
                    <a:pt x="18154702" y="800418"/>
                    <a:pt x="18173752" y="838518"/>
                  </a:cubicBezTo>
                  <a:cubicBezTo>
                    <a:pt x="18194072" y="875348"/>
                    <a:pt x="18209311" y="918528"/>
                    <a:pt x="18215661" y="961708"/>
                  </a:cubicBezTo>
                  <a:cubicBezTo>
                    <a:pt x="18222011" y="1003618"/>
                    <a:pt x="18222011" y="1048068"/>
                    <a:pt x="18215661" y="1091248"/>
                  </a:cubicBezTo>
                  <a:cubicBezTo>
                    <a:pt x="18209311" y="1133158"/>
                    <a:pt x="18194072" y="1176338"/>
                    <a:pt x="18175022" y="1213168"/>
                  </a:cubicBezTo>
                  <a:cubicBezTo>
                    <a:pt x="18154702" y="1251268"/>
                    <a:pt x="18126761" y="1288098"/>
                    <a:pt x="18096283" y="1317308"/>
                  </a:cubicBezTo>
                  <a:cubicBezTo>
                    <a:pt x="18065802" y="1346518"/>
                    <a:pt x="18027702" y="1371918"/>
                    <a:pt x="17988333" y="1389698"/>
                  </a:cubicBezTo>
                  <a:cubicBezTo>
                    <a:pt x="17950233" y="1407478"/>
                    <a:pt x="17905783" y="1420178"/>
                    <a:pt x="17863872" y="1425258"/>
                  </a:cubicBezTo>
                  <a:cubicBezTo>
                    <a:pt x="17821961" y="1429068"/>
                    <a:pt x="17776242" y="1426528"/>
                    <a:pt x="17734333" y="1417638"/>
                  </a:cubicBezTo>
                  <a:cubicBezTo>
                    <a:pt x="17692422" y="1408748"/>
                    <a:pt x="17650511" y="1392238"/>
                    <a:pt x="17613683" y="1369378"/>
                  </a:cubicBezTo>
                  <a:cubicBezTo>
                    <a:pt x="17576852" y="1347788"/>
                    <a:pt x="17542561" y="1318578"/>
                    <a:pt x="17514622" y="1285558"/>
                  </a:cubicBezTo>
                  <a:cubicBezTo>
                    <a:pt x="17487952" y="1253808"/>
                    <a:pt x="17463822" y="1214438"/>
                    <a:pt x="17448583" y="1175068"/>
                  </a:cubicBezTo>
                  <a:cubicBezTo>
                    <a:pt x="17432072" y="1135698"/>
                    <a:pt x="17423183" y="1091248"/>
                    <a:pt x="17420642" y="1048068"/>
                  </a:cubicBezTo>
                  <a:cubicBezTo>
                    <a:pt x="17418102" y="1006158"/>
                    <a:pt x="17423183" y="960438"/>
                    <a:pt x="17434611" y="919798"/>
                  </a:cubicBezTo>
                  <a:cubicBezTo>
                    <a:pt x="17446042" y="877888"/>
                    <a:pt x="17465092" y="837248"/>
                    <a:pt x="17487952" y="801688"/>
                  </a:cubicBezTo>
                  <a:cubicBezTo>
                    <a:pt x="17512083" y="766128"/>
                    <a:pt x="17543833" y="733108"/>
                    <a:pt x="17578122" y="707708"/>
                  </a:cubicBezTo>
                  <a:cubicBezTo>
                    <a:pt x="17611142" y="682308"/>
                    <a:pt x="17651783" y="660718"/>
                    <a:pt x="17692422" y="646748"/>
                  </a:cubicBezTo>
                  <a:cubicBezTo>
                    <a:pt x="17731792" y="632778"/>
                    <a:pt x="17755922" y="631508"/>
                    <a:pt x="17819422" y="625158"/>
                  </a:cubicBezTo>
                  <a:cubicBezTo>
                    <a:pt x="18012461" y="609918"/>
                    <a:pt x="18675402" y="630238"/>
                    <a:pt x="18982742" y="625158"/>
                  </a:cubicBezTo>
                  <a:cubicBezTo>
                    <a:pt x="19185942" y="621348"/>
                    <a:pt x="19324372" y="621348"/>
                    <a:pt x="19489472" y="607378"/>
                  </a:cubicBezTo>
                  <a:cubicBezTo>
                    <a:pt x="19648222" y="592138"/>
                    <a:pt x="19785383" y="556578"/>
                    <a:pt x="19956833" y="537528"/>
                  </a:cubicBezTo>
                  <a:cubicBezTo>
                    <a:pt x="20165111" y="515938"/>
                    <a:pt x="20396252" y="503238"/>
                    <a:pt x="20651522" y="490538"/>
                  </a:cubicBezTo>
                  <a:cubicBezTo>
                    <a:pt x="20966483" y="475298"/>
                    <a:pt x="21332242" y="494348"/>
                    <a:pt x="21704352" y="456248"/>
                  </a:cubicBezTo>
                  <a:cubicBezTo>
                    <a:pt x="22128533" y="411798"/>
                    <a:pt x="22735592" y="258128"/>
                    <a:pt x="23056902" y="221298"/>
                  </a:cubicBezTo>
                  <a:cubicBezTo>
                    <a:pt x="23232161" y="202248"/>
                    <a:pt x="23331222" y="211138"/>
                    <a:pt x="23467111" y="199708"/>
                  </a:cubicBezTo>
                  <a:cubicBezTo>
                    <a:pt x="23599192" y="188278"/>
                    <a:pt x="23710952" y="162878"/>
                    <a:pt x="23857002" y="150178"/>
                  </a:cubicBezTo>
                  <a:cubicBezTo>
                    <a:pt x="24041152" y="136208"/>
                    <a:pt x="24241811" y="131128"/>
                    <a:pt x="24480572" y="126048"/>
                  </a:cubicBezTo>
                  <a:cubicBezTo>
                    <a:pt x="24803152" y="119698"/>
                    <a:pt x="25440692" y="110808"/>
                    <a:pt x="25613411" y="120968"/>
                  </a:cubicBezTo>
                  <a:cubicBezTo>
                    <a:pt x="25665483" y="123508"/>
                    <a:pt x="25681992" y="124778"/>
                    <a:pt x="25715011" y="132398"/>
                  </a:cubicBezTo>
                  <a:cubicBezTo>
                    <a:pt x="25748033" y="141288"/>
                    <a:pt x="25779783" y="152718"/>
                    <a:pt x="25810261" y="169228"/>
                  </a:cubicBezTo>
                  <a:cubicBezTo>
                    <a:pt x="25839472" y="184468"/>
                    <a:pt x="25868683" y="204788"/>
                    <a:pt x="25894083" y="226378"/>
                  </a:cubicBezTo>
                  <a:cubicBezTo>
                    <a:pt x="25919483" y="249238"/>
                    <a:pt x="25942342" y="274638"/>
                    <a:pt x="25961393" y="302578"/>
                  </a:cubicBezTo>
                  <a:cubicBezTo>
                    <a:pt x="25980443" y="330518"/>
                    <a:pt x="25996951" y="360998"/>
                    <a:pt x="26008383" y="392748"/>
                  </a:cubicBezTo>
                  <a:cubicBezTo>
                    <a:pt x="26021083" y="424498"/>
                    <a:pt x="26028701" y="458788"/>
                    <a:pt x="26032511" y="491808"/>
                  </a:cubicBezTo>
                  <a:cubicBezTo>
                    <a:pt x="26036322" y="524828"/>
                    <a:pt x="26036322" y="560388"/>
                    <a:pt x="26032511" y="593408"/>
                  </a:cubicBezTo>
                  <a:cubicBezTo>
                    <a:pt x="26028701" y="626428"/>
                    <a:pt x="26021083" y="660718"/>
                    <a:pt x="26008383" y="692468"/>
                  </a:cubicBezTo>
                  <a:cubicBezTo>
                    <a:pt x="25996951" y="724218"/>
                    <a:pt x="25980443" y="754698"/>
                    <a:pt x="25961393" y="782638"/>
                  </a:cubicBezTo>
                  <a:cubicBezTo>
                    <a:pt x="25942342" y="809308"/>
                    <a:pt x="25919483" y="835978"/>
                    <a:pt x="25894083" y="858838"/>
                  </a:cubicBezTo>
                  <a:cubicBezTo>
                    <a:pt x="25868683" y="880428"/>
                    <a:pt x="25839472" y="900748"/>
                    <a:pt x="25810261" y="915988"/>
                  </a:cubicBezTo>
                  <a:cubicBezTo>
                    <a:pt x="25779783" y="931228"/>
                    <a:pt x="25748033" y="943928"/>
                    <a:pt x="25715011" y="951548"/>
                  </a:cubicBezTo>
                  <a:cubicBezTo>
                    <a:pt x="25681992" y="960438"/>
                    <a:pt x="25669292" y="960438"/>
                    <a:pt x="25614683" y="964248"/>
                  </a:cubicBezTo>
                  <a:cubicBezTo>
                    <a:pt x="25349252" y="980758"/>
                    <a:pt x="24076711" y="954088"/>
                    <a:pt x="23327411" y="968058"/>
                  </a:cubicBezTo>
                  <a:cubicBezTo>
                    <a:pt x="22599702" y="982028"/>
                    <a:pt x="21647202" y="1017588"/>
                    <a:pt x="21182383" y="1046798"/>
                  </a:cubicBezTo>
                  <a:cubicBezTo>
                    <a:pt x="20956322" y="1060768"/>
                    <a:pt x="20899172" y="1081088"/>
                    <a:pt x="20680733" y="1089978"/>
                  </a:cubicBezTo>
                  <a:cubicBezTo>
                    <a:pt x="20276872" y="1107758"/>
                    <a:pt x="19354852" y="1079818"/>
                    <a:pt x="18940833" y="1088708"/>
                  </a:cubicBezTo>
                  <a:cubicBezTo>
                    <a:pt x="18712233" y="1093788"/>
                    <a:pt x="18624602" y="1105218"/>
                    <a:pt x="18407433" y="1110298"/>
                  </a:cubicBezTo>
                  <a:cubicBezTo>
                    <a:pt x="18067072" y="1119188"/>
                    <a:pt x="17481602" y="1120458"/>
                    <a:pt x="17095522" y="1117918"/>
                  </a:cubicBezTo>
                  <a:cubicBezTo>
                    <a:pt x="16790722" y="1116648"/>
                    <a:pt x="16520211" y="1126808"/>
                    <a:pt x="16277642" y="1103948"/>
                  </a:cubicBezTo>
                  <a:cubicBezTo>
                    <a:pt x="16080792" y="1086168"/>
                    <a:pt x="15916961" y="1040448"/>
                    <a:pt x="15749322" y="1015048"/>
                  </a:cubicBezTo>
                  <a:cubicBezTo>
                    <a:pt x="15598192" y="992188"/>
                    <a:pt x="15542311" y="974408"/>
                    <a:pt x="15316252" y="960438"/>
                  </a:cubicBezTo>
                  <a:cubicBezTo>
                    <a:pt x="14497102" y="907098"/>
                    <a:pt x="10473742" y="936308"/>
                    <a:pt x="9643161" y="957898"/>
                  </a:cubicBezTo>
                  <a:cubicBezTo>
                    <a:pt x="9408211" y="962978"/>
                    <a:pt x="9340902" y="969328"/>
                    <a:pt x="9191042" y="980758"/>
                  </a:cubicBezTo>
                  <a:cubicBezTo>
                    <a:pt x="9043722" y="992188"/>
                    <a:pt x="8976411" y="1013778"/>
                    <a:pt x="8751622" y="1023938"/>
                  </a:cubicBezTo>
                  <a:cubicBezTo>
                    <a:pt x="8025182" y="1058228"/>
                    <a:pt x="4808272" y="982028"/>
                    <a:pt x="4114852" y="1008698"/>
                  </a:cubicBezTo>
                  <a:cubicBezTo>
                    <a:pt x="3912922" y="1016318"/>
                    <a:pt x="3864662" y="1020128"/>
                    <a:pt x="3724962" y="1040448"/>
                  </a:cubicBezTo>
                  <a:cubicBezTo>
                    <a:pt x="3561132" y="1063308"/>
                    <a:pt x="3363012" y="1119188"/>
                    <a:pt x="3191562" y="1150938"/>
                  </a:cubicBezTo>
                  <a:cubicBezTo>
                    <a:pt x="3032812" y="1180148"/>
                    <a:pt x="2885492" y="1211898"/>
                    <a:pt x="2731822" y="1223328"/>
                  </a:cubicBezTo>
                  <a:cubicBezTo>
                    <a:pt x="2576882" y="1234758"/>
                    <a:pt x="2420672" y="1223328"/>
                    <a:pt x="2264462" y="1218248"/>
                  </a:cubicBezTo>
                  <a:cubicBezTo>
                    <a:pt x="2104442" y="1213168"/>
                    <a:pt x="1962202" y="1219518"/>
                    <a:pt x="1781862" y="1191578"/>
                  </a:cubicBezTo>
                  <a:cubicBezTo>
                    <a:pt x="1541832" y="1153478"/>
                    <a:pt x="1215442" y="1048068"/>
                    <a:pt x="955092" y="973138"/>
                  </a:cubicBezTo>
                  <a:cubicBezTo>
                    <a:pt x="717602" y="905828"/>
                    <a:pt x="396292" y="813118"/>
                    <a:pt x="278182" y="767398"/>
                  </a:cubicBezTo>
                  <a:cubicBezTo>
                    <a:pt x="236272" y="750888"/>
                    <a:pt x="219762" y="743268"/>
                    <a:pt x="193092" y="726758"/>
                  </a:cubicBezTo>
                  <a:cubicBezTo>
                    <a:pt x="166422" y="710248"/>
                    <a:pt x="141022" y="689928"/>
                    <a:pt x="119432" y="667068"/>
                  </a:cubicBezTo>
                  <a:cubicBezTo>
                    <a:pt x="97842" y="644208"/>
                    <a:pt x="78792" y="618808"/>
                    <a:pt x="63552" y="590868"/>
                  </a:cubicBezTo>
                  <a:cubicBezTo>
                    <a:pt x="47042" y="564198"/>
                    <a:pt x="34342" y="533718"/>
                    <a:pt x="26722" y="504508"/>
                  </a:cubicBezTo>
                  <a:cubicBezTo>
                    <a:pt x="17832" y="474028"/>
                    <a:pt x="12752" y="442278"/>
                    <a:pt x="11482" y="410528"/>
                  </a:cubicBezTo>
                  <a:cubicBezTo>
                    <a:pt x="10212" y="378778"/>
                    <a:pt x="12752" y="347028"/>
                    <a:pt x="19102" y="316548"/>
                  </a:cubicBezTo>
                  <a:cubicBezTo>
                    <a:pt x="25452" y="286068"/>
                    <a:pt x="35612" y="254318"/>
                    <a:pt x="49582" y="226378"/>
                  </a:cubicBezTo>
                  <a:cubicBezTo>
                    <a:pt x="62282" y="198438"/>
                    <a:pt x="80062" y="170498"/>
                    <a:pt x="100382" y="146368"/>
                  </a:cubicBezTo>
                  <a:cubicBezTo>
                    <a:pt x="119432" y="122238"/>
                    <a:pt x="143562" y="99378"/>
                    <a:pt x="167692" y="81598"/>
                  </a:cubicBezTo>
                  <a:cubicBezTo>
                    <a:pt x="193092" y="62548"/>
                    <a:pt x="221032" y="46038"/>
                    <a:pt x="250242" y="33338"/>
                  </a:cubicBezTo>
                  <a:cubicBezTo>
                    <a:pt x="279452" y="21908"/>
                    <a:pt x="309932" y="13018"/>
                    <a:pt x="341682" y="7938"/>
                  </a:cubicBezTo>
                  <a:cubicBezTo>
                    <a:pt x="372162" y="2858"/>
                    <a:pt x="402642" y="1588"/>
                    <a:pt x="435662" y="4128"/>
                  </a:cubicBezTo>
                  <a:cubicBezTo>
                    <a:pt x="475032" y="6668"/>
                    <a:pt x="504242" y="14288"/>
                    <a:pt x="560122" y="25718"/>
                  </a:cubicBezTo>
                  <a:cubicBezTo>
                    <a:pt x="678232" y="48578"/>
                    <a:pt x="944932" y="100648"/>
                    <a:pt x="1110032" y="142558"/>
                  </a:cubicBezTo>
                  <a:cubicBezTo>
                    <a:pt x="1249732" y="176848"/>
                    <a:pt x="1364032" y="225108"/>
                    <a:pt x="1492302" y="253048"/>
                  </a:cubicBezTo>
                  <a:cubicBezTo>
                    <a:pt x="1618032" y="279718"/>
                    <a:pt x="1734872" y="298768"/>
                    <a:pt x="1872032" y="305118"/>
                  </a:cubicBezTo>
                  <a:cubicBezTo>
                    <a:pt x="2033322" y="312738"/>
                    <a:pt x="2208582" y="286068"/>
                    <a:pt x="2399082" y="284798"/>
                  </a:cubicBezTo>
                  <a:cubicBezTo>
                    <a:pt x="2623872" y="280988"/>
                    <a:pt x="3015032" y="283528"/>
                    <a:pt x="3136952" y="294958"/>
                  </a:cubicBezTo>
                  <a:cubicBezTo>
                    <a:pt x="3177592" y="300038"/>
                    <a:pt x="3191562" y="302578"/>
                    <a:pt x="3218232" y="310198"/>
                  </a:cubicBezTo>
                  <a:cubicBezTo>
                    <a:pt x="3243632" y="317818"/>
                    <a:pt x="3269032" y="329248"/>
                    <a:pt x="3293162" y="343218"/>
                  </a:cubicBezTo>
                  <a:cubicBezTo>
                    <a:pt x="3316022" y="357188"/>
                    <a:pt x="3338882" y="374968"/>
                    <a:pt x="3357932" y="394018"/>
                  </a:cubicBezTo>
                  <a:cubicBezTo>
                    <a:pt x="3376982" y="413068"/>
                    <a:pt x="3394762" y="435928"/>
                    <a:pt x="3408732" y="458788"/>
                  </a:cubicBezTo>
                  <a:cubicBezTo>
                    <a:pt x="3422702" y="481648"/>
                    <a:pt x="3434132" y="508318"/>
                    <a:pt x="3441752" y="533718"/>
                  </a:cubicBezTo>
                  <a:cubicBezTo>
                    <a:pt x="3450642" y="560388"/>
                    <a:pt x="3455722" y="587058"/>
                    <a:pt x="3456992" y="614998"/>
                  </a:cubicBezTo>
                  <a:cubicBezTo>
                    <a:pt x="3458262" y="641668"/>
                    <a:pt x="3456992" y="669608"/>
                    <a:pt x="3451912" y="696278"/>
                  </a:cubicBezTo>
                  <a:cubicBezTo>
                    <a:pt x="3446832" y="722948"/>
                    <a:pt x="3439212" y="750888"/>
                    <a:pt x="3427782" y="775018"/>
                  </a:cubicBezTo>
                  <a:cubicBezTo>
                    <a:pt x="3416352" y="800418"/>
                    <a:pt x="3402382" y="824548"/>
                    <a:pt x="3385872" y="846138"/>
                  </a:cubicBezTo>
                  <a:cubicBezTo>
                    <a:pt x="3369362" y="867728"/>
                    <a:pt x="3349042" y="886778"/>
                    <a:pt x="3327452" y="903288"/>
                  </a:cubicBezTo>
                  <a:cubicBezTo>
                    <a:pt x="3305862" y="921068"/>
                    <a:pt x="3281732" y="935038"/>
                    <a:pt x="3257602" y="946468"/>
                  </a:cubicBezTo>
                  <a:cubicBezTo>
                    <a:pt x="3232202" y="957898"/>
                    <a:pt x="3222042" y="960438"/>
                    <a:pt x="3178862" y="970598"/>
                  </a:cubicBezTo>
                  <a:cubicBezTo>
                    <a:pt x="3003602" y="1013778"/>
                    <a:pt x="2204772" y="1145858"/>
                    <a:pt x="1822502" y="1209358"/>
                  </a:cubicBezTo>
                  <a:cubicBezTo>
                    <a:pt x="1544372" y="1255078"/>
                    <a:pt x="1342442" y="1298258"/>
                    <a:pt x="1101142" y="1322388"/>
                  </a:cubicBezTo>
                  <a:cubicBezTo>
                    <a:pt x="861112" y="1345248"/>
                    <a:pt x="506782" y="1356678"/>
                    <a:pt x="382322" y="1351598"/>
                  </a:cubicBezTo>
                  <a:cubicBezTo>
                    <a:pt x="337872" y="1350328"/>
                    <a:pt x="322632" y="1349058"/>
                    <a:pt x="293422" y="1341438"/>
                  </a:cubicBezTo>
                  <a:cubicBezTo>
                    <a:pt x="264212" y="1333818"/>
                    <a:pt x="235002" y="1323658"/>
                    <a:pt x="209602" y="1309688"/>
                  </a:cubicBezTo>
                  <a:cubicBezTo>
                    <a:pt x="182932" y="1295718"/>
                    <a:pt x="157532" y="1277938"/>
                    <a:pt x="135942" y="1258888"/>
                  </a:cubicBezTo>
                  <a:cubicBezTo>
                    <a:pt x="113082" y="1238568"/>
                    <a:pt x="92762" y="1215708"/>
                    <a:pt x="76252" y="1191578"/>
                  </a:cubicBezTo>
                  <a:cubicBezTo>
                    <a:pt x="58472" y="1167448"/>
                    <a:pt x="44502" y="1140778"/>
                    <a:pt x="34342" y="1112838"/>
                  </a:cubicBezTo>
                  <a:cubicBezTo>
                    <a:pt x="24182" y="1084898"/>
                    <a:pt x="16562" y="1054418"/>
                    <a:pt x="12752" y="1025208"/>
                  </a:cubicBezTo>
                  <a:cubicBezTo>
                    <a:pt x="8942" y="995998"/>
                    <a:pt x="8942" y="965518"/>
                    <a:pt x="12752" y="936308"/>
                  </a:cubicBezTo>
                  <a:cubicBezTo>
                    <a:pt x="16562" y="905828"/>
                    <a:pt x="22912" y="876618"/>
                    <a:pt x="34342" y="848678"/>
                  </a:cubicBezTo>
                  <a:cubicBezTo>
                    <a:pt x="44502" y="820738"/>
                    <a:pt x="58472" y="794068"/>
                    <a:pt x="74982" y="768668"/>
                  </a:cubicBezTo>
                  <a:cubicBezTo>
                    <a:pt x="92762" y="744538"/>
                    <a:pt x="113082" y="721678"/>
                    <a:pt x="134672" y="702628"/>
                  </a:cubicBezTo>
                  <a:cubicBezTo>
                    <a:pt x="157532" y="682308"/>
                    <a:pt x="182932" y="664528"/>
                    <a:pt x="208332" y="650558"/>
                  </a:cubicBezTo>
                  <a:cubicBezTo>
                    <a:pt x="235002" y="636588"/>
                    <a:pt x="264212" y="626428"/>
                    <a:pt x="292152" y="618808"/>
                  </a:cubicBezTo>
                  <a:cubicBezTo>
                    <a:pt x="321362" y="612458"/>
                    <a:pt x="336602" y="611188"/>
                    <a:pt x="381052" y="608648"/>
                  </a:cubicBezTo>
                  <a:cubicBezTo>
                    <a:pt x="513132" y="599758"/>
                    <a:pt x="878892" y="612458"/>
                    <a:pt x="1163372" y="608648"/>
                  </a:cubicBezTo>
                  <a:cubicBezTo>
                    <a:pt x="1506272" y="604838"/>
                    <a:pt x="1949502" y="575628"/>
                    <a:pt x="2298752" y="576898"/>
                  </a:cubicBezTo>
                  <a:cubicBezTo>
                    <a:pt x="2598472" y="578168"/>
                    <a:pt x="2995982" y="585788"/>
                    <a:pt x="3135682" y="608648"/>
                  </a:cubicBezTo>
                  <a:cubicBezTo>
                    <a:pt x="3182672" y="616268"/>
                    <a:pt x="3199182" y="623888"/>
                    <a:pt x="3228392" y="636588"/>
                  </a:cubicBezTo>
                  <a:cubicBezTo>
                    <a:pt x="3258872" y="649288"/>
                    <a:pt x="3286812" y="667068"/>
                    <a:pt x="3313482" y="686118"/>
                  </a:cubicBezTo>
                  <a:cubicBezTo>
                    <a:pt x="3338882" y="705168"/>
                    <a:pt x="3363012" y="729298"/>
                    <a:pt x="3382062" y="754698"/>
                  </a:cubicBezTo>
                  <a:cubicBezTo>
                    <a:pt x="3402382" y="778828"/>
                    <a:pt x="3420162" y="808038"/>
                    <a:pt x="3434132" y="837248"/>
                  </a:cubicBezTo>
                  <a:cubicBezTo>
                    <a:pt x="3448102" y="866458"/>
                    <a:pt x="3458262" y="898208"/>
                    <a:pt x="3464612" y="929958"/>
                  </a:cubicBezTo>
                  <a:cubicBezTo>
                    <a:pt x="3470962" y="961708"/>
                    <a:pt x="3472232" y="994728"/>
                    <a:pt x="3470962" y="1026478"/>
                  </a:cubicBezTo>
                  <a:cubicBezTo>
                    <a:pt x="3469692" y="1059498"/>
                    <a:pt x="3464612" y="1092518"/>
                    <a:pt x="3454452" y="1122998"/>
                  </a:cubicBezTo>
                  <a:cubicBezTo>
                    <a:pt x="3445562" y="1153478"/>
                    <a:pt x="3431592" y="1183958"/>
                    <a:pt x="3416352" y="1211898"/>
                  </a:cubicBezTo>
                  <a:cubicBezTo>
                    <a:pt x="3399842" y="1239838"/>
                    <a:pt x="3379522" y="1266508"/>
                    <a:pt x="3356662" y="1289368"/>
                  </a:cubicBezTo>
                  <a:cubicBezTo>
                    <a:pt x="3333802" y="1312228"/>
                    <a:pt x="3308402" y="1333818"/>
                    <a:pt x="3280462" y="1350328"/>
                  </a:cubicBezTo>
                  <a:cubicBezTo>
                    <a:pt x="3253792" y="1368108"/>
                    <a:pt x="3223312" y="1382078"/>
                    <a:pt x="3191562" y="1392238"/>
                  </a:cubicBezTo>
                  <a:cubicBezTo>
                    <a:pt x="3161082" y="1401128"/>
                    <a:pt x="3139492" y="1404938"/>
                    <a:pt x="3096312" y="1410018"/>
                  </a:cubicBezTo>
                  <a:cubicBezTo>
                    <a:pt x="3012492" y="1420178"/>
                    <a:pt x="2856282" y="1425258"/>
                    <a:pt x="2719122" y="1426528"/>
                  </a:cubicBezTo>
                  <a:cubicBezTo>
                    <a:pt x="2556562" y="1427798"/>
                    <a:pt x="2368602" y="1435418"/>
                    <a:pt x="2184452" y="1411288"/>
                  </a:cubicBezTo>
                  <a:cubicBezTo>
                    <a:pt x="1982522" y="1385888"/>
                    <a:pt x="1743762" y="1314768"/>
                    <a:pt x="1557072" y="1267778"/>
                  </a:cubicBezTo>
                  <a:cubicBezTo>
                    <a:pt x="1405942" y="1229678"/>
                    <a:pt x="1309422" y="1213168"/>
                    <a:pt x="1148132" y="1154748"/>
                  </a:cubicBezTo>
                  <a:cubicBezTo>
                    <a:pt x="897942" y="1063308"/>
                    <a:pt x="353112" y="800418"/>
                    <a:pt x="214682" y="724218"/>
                  </a:cubicBezTo>
                  <a:cubicBezTo>
                    <a:pt x="172772" y="701358"/>
                    <a:pt x="161342" y="693738"/>
                    <a:pt x="137212" y="674688"/>
                  </a:cubicBezTo>
                  <a:cubicBezTo>
                    <a:pt x="114352" y="654368"/>
                    <a:pt x="92762" y="631508"/>
                    <a:pt x="73712" y="607378"/>
                  </a:cubicBezTo>
                  <a:cubicBezTo>
                    <a:pt x="55932" y="583248"/>
                    <a:pt x="40692" y="555308"/>
                    <a:pt x="29262" y="527368"/>
                  </a:cubicBezTo>
                  <a:cubicBezTo>
                    <a:pt x="17832" y="499428"/>
                    <a:pt x="8942" y="468948"/>
                    <a:pt x="3862" y="438468"/>
                  </a:cubicBezTo>
                  <a:cubicBezTo>
                    <a:pt x="52" y="409258"/>
                    <a:pt x="-1218" y="377508"/>
                    <a:pt x="1322" y="347028"/>
                  </a:cubicBezTo>
                  <a:cubicBezTo>
                    <a:pt x="3862" y="316548"/>
                    <a:pt x="10212" y="286068"/>
                    <a:pt x="20372" y="256858"/>
                  </a:cubicBezTo>
                  <a:cubicBezTo>
                    <a:pt x="30532" y="228918"/>
                    <a:pt x="44502" y="199708"/>
                    <a:pt x="61012" y="174308"/>
                  </a:cubicBezTo>
                  <a:cubicBezTo>
                    <a:pt x="77522" y="148908"/>
                    <a:pt x="97842" y="124778"/>
                    <a:pt x="119432" y="104458"/>
                  </a:cubicBezTo>
                  <a:cubicBezTo>
                    <a:pt x="142292" y="82868"/>
                    <a:pt x="167692" y="63818"/>
                    <a:pt x="193092" y="49848"/>
                  </a:cubicBezTo>
                  <a:cubicBezTo>
                    <a:pt x="219762" y="34608"/>
                    <a:pt x="248972" y="21908"/>
                    <a:pt x="278182" y="14288"/>
                  </a:cubicBezTo>
                  <a:cubicBezTo>
                    <a:pt x="307392" y="6668"/>
                    <a:pt x="339142" y="1588"/>
                    <a:pt x="369622" y="318"/>
                  </a:cubicBezTo>
                  <a:cubicBezTo>
                    <a:pt x="400102" y="-952"/>
                    <a:pt x="430582" y="1588"/>
                    <a:pt x="461062" y="7938"/>
                  </a:cubicBezTo>
                  <a:cubicBezTo>
                    <a:pt x="490272" y="15558"/>
                    <a:pt x="547422" y="38418"/>
                    <a:pt x="547422" y="38418"/>
                  </a:cubicBezTo>
                </a:path>
              </a:pathLst>
            </a:custGeom>
            <a:solidFill>
              <a:srgbClr val="F9F9F9"/>
            </a:solidFill>
            <a:ln cap="sq">
              <a:noFill/>
              <a:prstDash val="solid"/>
              <a:miter/>
            </a:ln>
          </p:spPr>
        </p:sp>
      </p:grpSp>
      <p:grpSp>
        <p:nvGrpSpPr>
          <p:cNvPr name="Group 21" id="21"/>
          <p:cNvGrpSpPr/>
          <p:nvPr/>
        </p:nvGrpSpPr>
        <p:grpSpPr>
          <a:xfrm rot="0">
            <a:off x="4050983" y="4792028"/>
            <a:ext cx="10355580" cy="1793558"/>
            <a:chOff x="0" y="0"/>
            <a:chExt cx="13807440" cy="2391410"/>
          </a:xfrm>
        </p:grpSpPr>
        <p:sp>
          <p:nvSpPr>
            <p:cNvPr name="Freeform 22" id="22"/>
            <p:cNvSpPr/>
            <p:nvPr/>
          </p:nvSpPr>
          <p:spPr>
            <a:xfrm flipH="false" flipV="false" rot="0">
              <a:off x="47943" y="48626"/>
              <a:ext cx="13711869" cy="2294206"/>
            </a:xfrm>
            <a:custGeom>
              <a:avLst/>
              <a:gdLst/>
              <a:ahLst/>
              <a:cxnLst/>
              <a:rect r="r" b="b" t="t" l="l"/>
              <a:pathLst>
                <a:path h="2294206" w="13711869">
                  <a:moveTo>
                    <a:pt x="383857" y="158384"/>
                  </a:moveTo>
                  <a:cubicBezTo>
                    <a:pt x="5564187" y="124094"/>
                    <a:pt x="7681277" y="143144"/>
                    <a:pt x="8599487" y="121554"/>
                  </a:cubicBezTo>
                  <a:cubicBezTo>
                    <a:pt x="9008427" y="111394"/>
                    <a:pt x="9243377" y="87264"/>
                    <a:pt x="9487218" y="80914"/>
                  </a:cubicBezTo>
                  <a:cubicBezTo>
                    <a:pt x="9657397" y="77104"/>
                    <a:pt x="9774237" y="88534"/>
                    <a:pt x="9921557" y="79644"/>
                  </a:cubicBezTo>
                  <a:cubicBezTo>
                    <a:pt x="10077768" y="69484"/>
                    <a:pt x="10221277" y="32654"/>
                    <a:pt x="10399077" y="18684"/>
                  </a:cubicBezTo>
                  <a:cubicBezTo>
                    <a:pt x="10622597" y="3444"/>
                    <a:pt x="10886757" y="8524"/>
                    <a:pt x="11157268" y="4714"/>
                  </a:cubicBezTo>
                  <a:cubicBezTo>
                    <a:pt x="11467147" y="2174"/>
                    <a:pt x="11879897" y="-2906"/>
                    <a:pt x="12155487" y="2174"/>
                  </a:cubicBezTo>
                  <a:cubicBezTo>
                    <a:pt x="12349797" y="5984"/>
                    <a:pt x="12490768" y="11064"/>
                    <a:pt x="12652057" y="21224"/>
                  </a:cubicBezTo>
                  <a:cubicBezTo>
                    <a:pt x="12808268" y="31384"/>
                    <a:pt x="12958127" y="18684"/>
                    <a:pt x="13109257" y="63134"/>
                  </a:cubicBezTo>
                  <a:cubicBezTo>
                    <a:pt x="13278168" y="112664"/>
                    <a:pt x="13516927" y="200294"/>
                    <a:pt x="13614718" y="322214"/>
                  </a:cubicBezTo>
                  <a:cubicBezTo>
                    <a:pt x="13694727" y="425084"/>
                    <a:pt x="13723937" y="582564"/>
                    <a:pt x="13707427" y="704484"/>
                  </a:cubicBezTo>
                  <a:cubicBezTo>
                    <a:pt x="13689648" y="830214"/>
                    <a:pt x="13590587" y="954674"/>
                    <a:pt x="13501687" y="1065164"/>
                  </a:cubicBezTo>
                  <a:cubicBezTo>
                    <a:pt x="13406437" y="1183274"/>
                    <a:pt x="13280707" y="1306464"/>
                    <a:pt x="13147357" y="1383934"/>
                  </a:cubicBezTo>
                  <a:cubicBezTo>
                    <a:pt x="13015277" y="1458864"/>
                    <a:pt x="12878118" y="1489344"/>
                    <a:pt x="12709207" y="1526174"/>
                  </a:cubicBezTo>
                  <a:cubicBezTo>
                    <a:pt x="12488227" y="1574434"/>
                    <a:pt x="12192318" y="1597294"/>
                    <a:pt x="11925618" y="1615074"/>
                  </a:cubicBezTo>
                  <a:cubicBezTo>
                    <a:pt x="11647487" y="1635394"/>
                    <a:pt x="11368087" y="1617614"/>
                    <a:pt x="11074718" y="1639204"/>
                  </a:cubicBezTo>
                  <a:cubicBezTo>
                    <a:pt x="10758487" y="1663334"/>
                    <a:pt x="10353357" y="1740804"/>
                    <a:pt x="10090468" y="1761124"/>
                  </a:cubicBezTo>
                  <a:cubicBezTo>
                    <a:pt x="9916477" y="1775094"/>
                    <a:pt x="9798368" y="1768744"/>
                    <a:pt x="9653587" y="1777634"/>
                  </a:cubicBezTo>
                  <a:cubicBezTo>
                    <a:pt x="9512618" y="1786524"/>
                    <a:pt x="9383077" y="1806844"/>
                    <a:pt x="9233218" y="1814464"/>
                  </a:cubicBezTo>
                  <a:cubicBezTo>
                    <a:pt x="9061768" y="1823354"/>
                    <a:pt x="8952547" y="1820814"/>
                    <a:pt x="8678227" y="1822084"/>
                  </a:cubicBezTo>
                  <a:cubicBezTo>
                    <a:pt x="7894637" y="1827164"/>
                    <a:pt x="5348287" y="1813194"/>
                    <a:pt x="4129087" y="1814464"/>
                  </a:cubicBezTo>
                  <a:cubicBezTo>
                    <a:pt x="3309937" y="1815734"/>
                    <a:pt x="2488247" y="1853834"/>
                    <a:pt x="2072957" y="1825894"/>
                  </a:cubicBezTo>
                  <a:cubicBezTo>
                    <a:pt x="1892617" y="1813194"/>
                    <a:pt x="1815147" y="1794144"/>
                    <a:pt x="1685607" y="1770014"/>
                  </a:cubicBezTo>
                  <a:cubicBezTo>
                    <a:pt x="1553527" y="1744614"/>
                    <a:pt x="1394777" y="1695084"/>
                    <a:pt x="1285557" y="1673494"/>
                  </a:cubicBezTo>
                  <a:cubicBezTo>
                    <a:pt x="1211897" y="1659524"/>
                    <a:pt x="1147127" y="1662064"/>
                    <a:pt x="1095057" y="1645554"/>
                  </a:cubicBezTo>
                  <a:cubicBezTo>
                    <a:pt x="1058227" y="1634124"/>
                    <a:pt x="1030287" y="161888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3157" y="813704"/>
                    <a:pt x="1167447" y="808624"/>
                  </a:cubicBezTo>
                  <a:cubicBezTo>
                    <a:pt x="1201737" y="803544"/>
                    <a:pt x="1225867" y="797194"/>
                    <a:pt x="1271587" y="804814"/>
                  </a:cubicBezTo>
                  <a:cubicBezTo>
                    <a:pt x="1369377" y="820054"/>
                    <a:pt x="1547177" y="905144"/>
                    <a:pt x="1721167" y="961024"/>
                  </a:cubicBezTo>
                  <a:cubicBezTo>
                    <a:pt x="1954847" y="1037224"/>
                    <a:pt x="2326957" y="1133744"/>
                    <a:pt x="2550477" y="1208674"/>
                  </a:cubicBezTo>
                  <a:cubicBezTo>
                    <a:pt x="2706687" y="1260744"/>
                    <a:pt x="2809557" y="1314084"/>
                    <a:pt x="2942907" y="1354724"/>
                  </a:cubicBezTo>
                  <a:cubicBezTo>
                    <a:pt x="3074987" y="1394094"/>
                    <a:pt x="3210877" y="1430924"/>
                    <a:pt x="3346767" y="1449974"/>
                  </a:cubicBezTo>
                  <a:cubicBezTo>
                    <a:pt x="3482657" y="1469024"/>
                    <a:pt x="3569017" y="1462674"/>
                    <a:pt x="3755707" y="1466484"/>
                  </a:cubicBezTo>
                  <a:cubicBezTo>
                    <a:pt x="4158297" y="1475374"/>
                    <a:pt x="4932997" y="1470294"/>
                    <a:pt x="5667057" y="1467754"/>
                  </a:cubicBezTo>
                  <a:cubicBezTo>
                    <a:pt x="6661468" y="1462674"/>
                    <a:pt x="8800147" y="1401714"/>
                    <a:pt x="9183687" y="1430924"/>
                  </a:cubicBezTo>
                  <a:cubicBezTo>
                    <a:pt x="9259887" y="1437274"/>
                    <a:pt x="9276397" y="1439814"/>
                    <a:pt x="9319577" y="1453784"/>
                  </a:cubicBezTo>
                  <a:cubicBezTo>
                    <a:pt x="9361487" y="1467754"/>
                    <a:pt x="9404667" y="1490614"/>
                    <a:pt x="9440227" y="1518554"/>
                  </a:cubicBezTo>
                  <a:cubicBezTo>
                    <a:pt x="9477057" y="1545224"/>
                    <a:pt x="9510077" y="1580784"/>
                    <a:pt x="9534207" y="1617614"/>
                  </a:cubicBezTo>
                  <a:cubicBezTo>
                    <a:pt x="9559607" y="1654444"/>
                    <a:pt x="9579927" y="1698894"/>
                    <a:pt x="9592627" y="1742074"/>
                  </a:cubicBezTo>
                  <a:cubicBezTo>
                    <a:pt x="9604057" y="1785254"/>
                    <a:pt x="9609137" y="1833514"/>
                    <a:pt x="9607867" y="1877964"/>
                  </a:cubicBezTo>
                  <a:cubicBezTo>
                    <a:pt x="9605327" y="1923684"/>
                    <a:pt x="9593897" y="1970674"/>
                    <a:pt x="9577387" y="2012584"/>
                  </a:cubicBezTo>
                  <a:cubicBezTo>
                    <a:pt x="9560877" y="2054494"/>
                    <a:pt x="9536747" y="2095134"/>
                    <a:pt x="9507537" y="2129424"/>
                  </a:cubicBezTo>
                  <a:cubicBezTo>
                    <a:pt x="9478327" y="2163714"/>
                    <a:pt x="9441497" y="2195464"/>
                    <a:pt x="9402127" y="2218324"/>
                  </a:cubicBezTo>
                  <a:cubicBezTo>
                    <a:pt x="9364027" y="2242454"/>
                    <a:pt x="9319577" y="2260234"/>
                    <a:pt x="9275127" y="2269124"/>
                  </a:cubicBezTo>
                  <a:cubicBezTo>
                    <a:pt x="9230677" y="2279284"/>
                    <a:pt x="9182417" y="2281824"/>
                    <a:pt x="9137967" y="2276744"/>
                  </a:cubicBezTo>
                  <a:cubicBezTo>
                    <a:pt x="9093517" y="2271664"/>
                    <a:pt x="9046527" y="2258964"/>
                    <a:pt x="9005887" y="2239914"/>
                  </a:cubicBezTo>
                  <a:cubicBezTo>
                    <a:pt x="8965247" y="2220864"/>
                    <a:pt x="8924607" y="2194194"/>
                    <a:pt x="8892857" y="2163714"/>
                  </a:cubicBezTo>
                  <a:cubicBezTo>
                    <a:pt x="8859837" y="2131964"/>
                    <a:pt x="8830627" y="2093864"/>
                    <a:pt x="8809037" y="2054494"/>
                  </a:cubicBezTo>
                  <a:cubicBezTo>
                    <a:pt x="8788717" y="2013854"/>
                    <a:pt x="8773477" y="1968134"/>
                    <a:pt x="8765857" y="1923684"/>
                  </a:cubicBezTo>
                  <a:cubicBezTo>
                    <a:pt x="8758237" y="1879234"/>
                    <a:pt x="8758237" y="1830974"/>
                    <a:pt x="8765857" y="1786524"/>
                  </a:cubicBezTo>
                  <a:cubicBezTo>
                    <a:pt x="8773477" y="1742074"/>
                    <a:pt x="8788717" y="1696354"/>
                    <a:pt x="8809037" y="1656984"/>
                  </a:cubicBezTo>
                  <a:cubicBezTo>
                    <a:pt x="8830627" y="1616344"/>
                    <a:pt x="8859837" y="1578244"/>
                    <a:pt x="8892857" y="1547764"/>
                  </a:cubicBezTo>
                  <a:cubicBezTo>
                    <a:pt x="8925877" y="1516014"/>
                    <a:pt x="8965247" y="1489344"/>
                    <a:pt x="9005887" y="1470294"/>
                  </a:cubicBezTo>
                  <a:cubicBezTo>
                    <a:pt x="9046527" y="1451244"/>
                    <a:pt x="9093517" y="1438544"/>
                    <a:pt x="9137967" y="1433464"/>
                  </a:cubicBezTo>
                  <a:cubicBezTo>
                    <a:pt x="9183687" y="1429654"/>
                    <a:pt x="9230677" y="1432194"/>
                    <a:pt x="9275127" y="1441084"/>
                  </a:cubicBezTo>
                  <a:cubicBezTo>
                    <a:pt x="9319577" y="1451244"/>
                    <a:pt x="9364027" y="1469024"/>
                    <a:pt x="9402127" y="1491884"/>
                  </a:cubicBezTo>
                  <a:cubicBezTo>
                    <a:pt x="9441497" y="1516014"/>
                    <a:pt x="9478327" y="1546494"/>
                    <a:pt x="9507537" y="1580784"/>
                  </a:cubicBezTo>
                  <a:cubicBezTo>
                    <a:pt x="9536747" y="1615074"/>
                    <a:pt x="9560877" y="1656984"/>
                    <a:pt x="9577387" y="1698894"/>
                  </a:cubicBezTo>
                  <a:cubicBezTo>
                    <a:pt x="9593897" y="1740804"/>
                    <a:pt x="9605327" y="1787794"/>
                    <a:pt x="9607867" y="1832244"/>
                  </a:cubicBezTo>
                  <a:cubicBezTo>
                    <a:pt x="9609137" y="1877964"/>
                    <a:pt x="9604057" y="1924954"/>
                    <a:pt x="9592627" y="1969404"/>
                  </a:cubicBezTo>
                  <a:cubicBezTo>
                    <a:pt x="9579927" y="2012584"/>
                    <a:pt x="9559607" y="2055764"/>
                    <a:pt x="9534207" y="2093864"/>
                  </a:cubicBezTo>
                  <a:cubicBezTo>
                    <a:pt x="9508807" y="2130694"/>
                    <a:pt x="9475787" y="2166254"/>
                    <a:pt x="9440227" y="2192924"/>
                  </a:cubicBezTo>
                  <a:cubicBezTo>
                    <a:pt x="9404667" y="2219594"/>
                    <a:pt x="9361487" y="2242454"/>
                    <a:pt x="9319577" y="2257694"/>
                  </a:cubicBezTo>
                  <a:cubicBezTo>
                    <a:pt x="9276397" y="2271664"/>
                    <a:pt x="9257347" y="2272934"/>
                    <a:pt x="9183687" y="2279284"/>
                  </a:cubicBezTo>
                  <a:cubicBezTo>
                    <a:pt x="8873807" y="2303414"/>
                    <a:pt x="7465377" y="2260234"/>
                    <a:pt x="6740207" y="2264044"/>
                  </a:cubicBezTo>
                  <a:cubicBezTo>
                    <a:pt x="6158547" y="2267854"/>
                    <a:pt x="5678487" y="2286904"/>
                    <a:pt x="5166677" y="2290714"/>
                  </a:cubicBezTo>
                  <a:cubicBezTo>
                    <a:pt x="4680267" y="2294524"/>
                    <a:pt x="4073207" y="2297064"/>
                    <a:pt x="3744277" y="2288174"/>
                  </a:cubicBezTo>
                  <a:cubicBezTo>
                    <a:pt x="3570287" y="2283094"/>
                    <a:pt x="3476307" y="2283094"/>
                    <a:pt x="3345497" y="2265314"/>
                  </a:cubicBezTo>
                  <a:cubicBezTo>
                    <a:pt x="3217227" y="2248804"/>
                    <a:pt x="3139757" y="2228484"/>
                    <a:pt x="2967037" y="2185304"/>
                  </a:cubicBezTo>
                  <a:cubicBezTo>
                    <a:pt x="2578417" y="2087514"/>
                    <a:pt x="1322387" y="1733184"/>
                    <a:pt x="1095057" y="1645554"/>
                  </a:cubicBezTo>
                  <a:cubicBezTo>
                    <a:pt x="1042987" y="1626504"/>
                    <a:pt x="1030287" y="1620154"/>
                    <a:pt x="1001077" y="1601104"/>
                  </a:cubicBezTo>
                  <a:cubicBezTo>
                    <a:pt x="971867" y="1582054"/>
                    <a:pt x="945197" y="1559194"/>
                    <a:pt x="921067" y="1535064"/>
                  </a:cubicBezTo>
                  <a:cubicBezTo>
                    <a:pt x="896937" y="1509664"/>
                    <a:pt x="875347" y="1480454"/>
                    <a:pt x="858837" y="1451244"/>
                  </a:cubicBezTo>
                  <a:cubicBezTo>
                    <a:pt x="841057" y="1420764"/>
                    <a:pt x="827087" y="1387744"/>
                    <a:pt x="818197" y="1354724"/>
                  </a:cubicBezTo>
                  <a:cubicBezTo>
                    <a:pt x="809307" y="1321704"/>
                    <a:pt x="802957" y="1286144"/>
                    <a:pt x="801687" y="1251854"/>
                  </a:cubicBezTo>
                  <a:cubicBezTo>
                    <a:pt x="800417" y="1216294"/>
                    <a:pt x="804227" y="1180734"/>
                    <a:pt x="810577" y="1147714"/>
                  </a:cubicBezTo>
                  <a:cubicBezTo>
                    <a:pt x="818197" y="1113424"/>
                    <a:pt x="829627" y="1079134"/>
                    <a:pt x="844867" y="1048654"/>
                  </a:cubicBezTo>
                  <a:cubicBezTo>
                    <a:pt x="858837" y="1016904"/>
                    <a:pt x="879157" y="987694"/>
                    <a:pt x="900747" y="961024"/>
                  </a:cubicBezTo>
                  <a:cubicBezTo>
                    <a:pt x="922337" y="934354"/>
                    <a:pt x="949007" y="908954"/>
                    <a:pt x="975677" y="888634"/>
                  </a:cubicBezTo>
                  <a:cubicBezTo>
                    <a:pt x="1003617" y="868314"/>
                    <a:pt x="1035367" y="850534"/>
                    <a:pt x="1067117" y="836564"/>
                  </a:cubicBezTo>
                  <a:cubicBezTo>
                    <a:pt x="1098867" y="823864"/>
                    <a:pt x="1130617" y="813704"/>
                    <a:pt x="1167447" y="808624"/>
                  </a:cubicBezTo>
                  <a:cubicBezTo>
                    <a:pt x="1208087" y="802274"/>
                    <a:pt x="1238567" y="802274"/>
                    <a:pt x="1300797" y="808624"/>
                  </a:cubicBezTo>
                  <a:cubicBezTo>
                    <a:pt x="1451927" y="823864"/>
                    <a:pt x="1752917" y="930544"/>
                    <a:pt x="2074227" y="963564"/>
                  </a:cubicBezTo>
                  <a:cubicBezTo>
                    <a:pt x="2592387" y="1016904"/>
                    <a:pt x="3303587" y="973724"/>
                    <a:pt x="4129087" y="974994"/>
                  </a:cubicBezTo>
                  <a:cubicBezTo>
                    <a:pt x="5382577" y="976264"/>
                    <a:pt x="8105458" y="976264"/>
                    <a:pt x="8857297" y="963564"/>
                  </a:cubicBezTo>
                  <a:cubicBezTo>
                    <a:pt x="9093517" y="961024"/>
                    <a:pt x="9145587" y="959754"/>
                    <a:pt x="9323387" y="950864"/>
                  </a:cubicBezTo>
                  <a:cubicBezTo>
                    <a:pt x="9562147" y="938164"/>
                    <a:pt x="9878377" y="917844"/>
                    <a:pt x="10162857" y="889904"/>
                  </a:cubicBezTo>
                  <a:cubicBezTo>
                    <a:pt x="10460037" y="861964"/>
                    <a:pt x="10821987" y="795924"/>
                    <a:pt x="11068368" y="780684"/>
                  </a:cubicBezTo>
                  <a:cubicBezTo>
                    <a:pt x="11237277" y="770524"/>
                    <a:pt x="11347768" y="785764"/>
                    <a:pt x="11496357" y="779414"/>
                  </a:cubicBezTo>
                  <a:cubicBezTo>
                    <a:pt x="11662727" y="773064"/>
                    <a:pt x="11855768" y="754014"/>
                    <a:pt x="12018327" y="740044"/>
                  </a:cubicBezTo>
                  <a:cubicBezTo>
                    <a:pt x="12163107" y="727344"/>
                    <a:pt x="12288837" y="726074"/>
                    <a:pt x="12427268" y="699404"/>
                  </a:cubicBezTo>
                  <a:cubicBezTo>
                    <a:pt x="12574587" y="671464"/>
                    <a:pt x="12751118" y="534304"/>
                    <a:pt x="12878118" y="571134"/>
                  </a:cubicBezTo>
                  <a:cubicBezTo>
                    <a:pt x="13007657" y="607964"/>
                    <a:pt x="13222287" y="873394"/>
                    <a:pt x="13196887" y="921654"/>
                  </a:cubicBezTo>
                  <a:cubicBezTo>
                    <a:pt x="13174027" y="967374"/>
                    <a:pt x="12923837" y="884824"/>
                    <a:pt x="12776518" y="873394"/>
                  </a:cubicBezTo>
                  <a:cubicBezTo>
                    <a:pt x="12613957" y="860694"/>
                    <a:pt x="12476797" y="856884"/>
                    <a:pt x="12260897" y="853074"/>
                  </a:cubicBezTo>
                  <a:cubicBezTo>
                    <a:pt x="11897677" y="845454"/>
                    <a:pt x="11142027" y="844184"/>
                    <a:pt x="10791507" y="847994"/>
                  </a:cubicBezTo>
                  <a:cubicBezTo>
                    <a:pt x="10595927" y="850534"/>
                    <a:pt x="10481627" y="849264"/>
                    <a:pt x="10333037" y="860694"/>
                  </a:cubicBezTo>
                  <a:cubicBezTo>
                    <a:pt x="10193337" y="872124"/>
                    <a:pt x="10085387" y="902604"/>
                    <a:pt x="9926637" y="914034"/>
                  </a:cubicBezTo>
                  <a:cubicBezTo>
                    <a:pt x="9704387" y="931814"/>
                    <a:pt x="9364027" y="922924"/>
                    <a:pt x="9125268" y="931814"/>
                  </a:cubicBezTo>
                  <a:cubicBezTo>
                    <a:pt x="8930957" y="939434"/>
                    <a:pt x="8859837" y="955944"/>
                    <a:pt x="8599487" y="963564"/>
                  </a:cubicBezTo>
                  <a:cubicBezTo>
                    <a:pt x="7838757" y="985154"/>
                    <a:pt x="5564187" y="961024"/>
                    <a:pt x="4141787" y="954674"/>
                  </a:cubicBezTo>
                  <a:cubicBezTo>
                    <a:pt x="2836227" y="948324"/>
                    <a:pt x="722947" y="948324"/>
                    <a:pt x="383857" y="926734"/>
                  </a:cubicBezTo>
                  <a:cubicBezTo>
                    <a:pt x="330517" y="922924"/>
                    <a:pt x="321627" y="922924"/>
                    <a:pt x="292417" y="915304"/>
                  </a:cubicBezTo>
                  <a:cubicBezTo>
                    <a:pt x="261937" y="907684"/>
                    <a:pt x="232727" y="896254"/>
                    <a:pt x="204787" y="882284"/>
                  </a:cubicBezTo>
                  <a:cubicBezTo>
                    <a:pt x="178117" y="868314"/>
                    <a:pt x="151447" y="850534"/>
                    <a:pt x="128587" y="830214"/>
                  </a:cubicBezTo>
                  <a:cubicBezTo>
                    <a:pt x="105727" y="809894"/>
                    <a:pt x="85407" y="785764"/>
                    <a:pt x="67627" y="760364"/>
                  </a:cubicBezTo>
                  <a:cubicBezTo>
                    <a:pt x="49847" y="734964"/>
                    <a:pt x="35877" y="707024"/>
                    <a:pt x="24447" y="679084"/>
                  </a:cubicBezTo>
                  <a:cubicBezTo>
                    <a:pt x="14287" y="649874"/>
                    <a:pt x="6667" y="619394"/>
                    <a:pt x="2857" y="588914"/>
                  </a:cubicBezTo>
                  <a:cubicBezTo>
                    <a:pt x="-953" y="558434"/>
                    <a:pt x="-953" y="526684"/>
                    <a:pt x="2857" y="496204"/>
                  </a:cubicBezTo>
                  <a:cubicBezTo>
                    <a:pt x="6667" y="465724"/>
                    <a:pt x="14287" y="435244"/>
                    <a:pt x="24447" y="406034"/>
                  </a:cubicBezTo>
                  <a:cubicBezTo>
                    <a:pt x="35877" y="376824"/>
                    <a:pt x="49847" y="348884"/>
                    <a:pt x="67627" y="323484"/>
                  </a:cubicBezTo>
                  <a:cubicBezTo>
                    <a:pt x="85407" y="299354"/>
                    <a:pt x="105727" y="275224"/>
                    <a:pt x="128587" y="254904"/>
                  </a:cubicBezTo>
                  <a:cubicBezTo>
                    <a:pt x="151447" y="234584"/>
                    <a:pt x="178117" y="216804"/>
                    <a:pt x="204787" y="201564"/>
                  </a:cubicBezTo>
                  <a:cubicBezTo>
                    <a:pt x="232727" y="187594"/>
                    <a:pt x="261937" y="176164"/>
                    <a:pt x="292417" y="169814"/>
                  </a:cubicBezTo>
                  <a:cubicBezTo>
                    <a:pt x="321627" y="162194"/>
                    <a:pt x="383857" y="158384"/>
                    <a:pt x="383857" y="158384"/>
                  </a:cubicBezTo>
                </a:path>
              </a:pathLst>
            </a:custGeom>
            <a:solidFill>
              <a:srgbClr val="F9F9F9"/>
            </a:solidFill>
            <a:ln cap="sq">
              <a:noFill/>
              <a:prstDash val="solid"/>
              <a:miter/>
            </a:ln>
          </p:spPr>
        </p:sp>
      </p:grpSp>
      <p:grpSp>
        <p:nvGrpSpPr>
          <p:cNvPr name="Group 23" id="23"/>
          <p:cNvGrpSpPr/>
          <p:nvPr/>
        </p:nvGrpSpPr>
        <p:grpSpPr>
          <a:xfrm rot="0">
            <a:off x="2797492" y="2005012"/>
            <a:ext cx="12471082" cy="3095625"/>
            <a:chOff x="0" y="0"/>
            <a:chExt cx="16628110" cy="4127500"/>
          </a:xfrm>
        </p:grpSpPr>
        <p:sp>
          <p:nvSpPr>
            <p:cNvPr name="Freeform 24" id="24"/>
            <p:cNvSpPr/>
            <p:nvPr/>
          </p:nvSpPr>
          <p:spPr>
            <a:xfrm flipH="false" flipV="false" rot="0">
              <a:off x="50800" y="37162"/>
              <a:ext cx="16527000" cy="4038973"/>
            </a:xfrm>
            <a:custGeom>
              <a:avLst/>
              <a:gdLst/>
              <a:ahLst/>
              <a:cxnLst/>
              <a:rect r="r" b="b" t="t" l="l"/>
              <a:pathLst>
                <a:path h="4038973" w="16527000">
                  <a:moveTo>
                    <a:pt x="0" y="1900858"/>
                  </a:moveTo>
                  <a:cubicBezTo>
                    <a:pt x="0" y="1899588"/>
                    <a:pt x="5080" y="1875458"/>
                    <a:pt x="7620" y="1864028"/>
                  </a:cubicBezTo>
                  <a:cubicBezTo>
                    <a:pt x="8890" y="1851328"/>
                    <a:pt x="13970" y="1827198"/>
                    <a:pt x="13970" y="1827198"/>
                  </a:cubicBezTo>
                  <a:cubicBezTo>
                    <a:pt x="13970" y="1825928"/>
                    <a:pt x="25400" y="1804338"/>
                    <a:pt x="30480" y="1792908"/>
                  </a:cubicBezTo>
                  <a:cubicBezTo>
                    <a:pt x="35560" y="1781478"/>
                    <a:pt x="45720" y="1758618"/>
                    <a:pt x="45720" y="1758618"/>
                  </a:cubicBezTo>
                  <a:cubicBezTo>
                    <a:pt x="45720" y="1758618"/>
                    <a:pt x="60960" y="1739568"/>
                    <a:pt x="69850" y="1729408"/>
                  </a:cubicBezTo>
                  <a:cubicBezTo>
                    <a:pt x="77470" y="1719248"/>
                    <a:pt x="92710" y="1700198"/>
                    <a:pt x="92710" y="1700198"/>
                  </a:cubicBezTo>
                  <a:cubicBezTo>
                    <a:pt x="92710" y="1700198"/>
                    <a:pt x="113030" y="1684958"/>
                    <a:pt x="123190" y="1677338"/>
                  </a:cubicBezTo>
                  <a:cubicBezTo>
                    <a:pt x="132080" y="1669718"/>
                    <a:pt x="152400" y="1654478"/>
                    <a:pt x="152400" y="1654478"/>
                  </a:cubicBezTo>
                  <a:cubicBezTo>
                    <a:pt x="152400" y="1654478"/>
                    <a:pt x="175260" y="1644318"/>
                    <a:pt x="186690" y="1639238"/>
                  </a:cubicBezTo>
                  <a:cubicBezTo>
                    <a:pt x="198120" y="1634158"/>
                    <a:pt x="205740" y="1630348"/>
                    <a:pt x="220980" y="1623998"/>
                  </a:cubicBezTo>
                  <a:cubicBezTo>
                    <a:pt x="251460" y="1612568"/>
                    <a:pt x="302260" y="1592248"/>
                    <a:pt x="360680" y="1573198"/>
                  </a:cubicBezTo>
                  <a:cubicBezTo>
                    <a:pt x="454660" y="1542718"/>
                    <a:pt x="618490" y="1502078"/>
                    <a:pt x="735330" y="1472868"/>
                  </a:cubicBezTo>
                  <a:cubicBezTo>
                    <a:pt x="835660" y="1448738"/>
                    <a:pt x="981710" y="1448738"/>
                    <a:pt x="1018540" y="1408098"/>
                  </a:cubicBezTo>
                  <a:cubicBezTo>
                    <a:pt x="1037590" y="1387778"/>
                    <a:pt x="1029970" y="1330628"/>
                    <a:pt x="1029970" y="1330628"/>
                  </a:cubicBezTo>
                  <a:cubicBezTo>
                    <a:pt x="1029970" y="1329358"/>
                    <a:pt x="1028700" y="1297608"/>
                    <a:pt x="1028700" y="1281098"/>
                  </a:cubicBezTo>
                  <a:cubicBezTo>
                    <a:pt x="1028700" y="1264588"/>
                    <a:pt x="1027430" y="1232838"/>
                    <a:pt x="1027430" y="1231568"/>
                  </a:cubicBezTo>
                  <a:cubicBezTo>
                    <a:pt x="1027430" y="1231568"/>
                    <a:pt x="1035050" y="1199818"/>
                    <a:pt x="1038860" y="1183308"/>
                  </a:cubicBezTo>
                  <a:cubicBezTo>
                    <a:pt x="1042670" y="1168068"/>
                    <a:pt x="1049020" y="1136318"/>
                    <a:pt x="1049020" y="1136318"/>
                  </a:cubicBezTo>
                  <a:cubicBezTo>
                    <a:pt x="1049020" y="1135048"/>
                    <a:pt x="1049020" y="1135048"/>
                    <a:pt x="1049020" y="1135048"/>
                  </a:cubicBezTo>
                  <a:cubicBezTo>
                    <a:pt x="1049020" y="1135048"/>
                    <a:pt x="1064260" y="1105838"/>
                    <a:pt x="1071880" y="1091868"/>
                  </a:cubicBezTo>
                  <a:cubicBezTo>
                    <a:pt x="1078230" y="1076628"/>
                    <a:pt x="1093470" y="1047418"/>
                    <a:pt x="1093470" y="1047418"/>
                  </a:cubicBezTo>
                  <a:cubicBezTo>
                    <a:pt x="1093470" y="1047418"/>
                    <a:pt x="1115060" y="1022018"/>
                    <a:pt x="1125220" y="1009318"/>
                  </a:cubicBezTo>
                  <a:cubicBezTo>
                    <a:pt x="1136650" y="997888"/>
                    <a:pt x="1156970" y="972488"/>
                    <a:pt x="1156970" y="972488"/>
                  </a:cubicBezTo>
                  <a:cubicBezTo>
                    <a:pt x="1158240" y="972488"/>
                    <a:pt x="1183640" y="953438"/>
                    <a:pt x="1197610" y="943278"/>
                  </a:cubicBezTo>
                  <a:cubicBezTo>
                    <a:pt x="1210310" y="934388"/>
                    <a:pt x="1236980" y="915338"/>
                    <a:pt x="1236980" y="915338"/>
                  </a:cubicBezTo>
                  <a:cubicBezTo>
                    <a:pt x="1238250" y="914068"/>
                    <a:pt x="1268730" y="902638"/>
                    <a:pt x="1283970" y="896288"/>
                  </a:cubicBezTo>
                  <a:cubicBezTo>
                    <a:pt x="1299210" y="889938"/>
                    <a:pt x="1328420" y="878508"/>
                    <a:pt x="1329690" y="878508"/>
                  </a:cubicBezTo>
                  <a:cubicBezTo>
                    <a:pt x="1329690" y="878508"/>
                    <a:pt x="1350010" y="879778"/>
                    <a:pt x="1353820" y="874698"/>
                  </a:cubicBezTo>
                  <a:cubicBezTo>
                    <a:pt x="1358900" y="864538"/>
                    <a:pt x="1328420" y="827708"/>
                    <a:pt x="1316990" y="802308"/>
                  </a:cubicBezTo>
                  <a:cubicBezTo>
                    <a:pt x="1305560" y="774368"/>
                    <a:pt x="1292860" y="743888"/>
                    <a:pt x="1285240" y="714678"/>
                  </a:cubicBezTo>
                  <a:cubicBezTo>
                    <a:pt x="1278890" y="684198"/>
                    <a:pt x="1276350" y="652448"/>
                    <a:pt x="1276350" y="621968"/>
                  </a:cubicBezTo>
                  <a:cubicBezTo>
                    <a:pt x="1277620" y="591488"/>
                    <a:pt x="1281430" y="559738"/>
                    <a:pt x="1289050" y="530528"/>
                  </a:cubicBezTo>
                  <a:cubicBezTo>
                    <a:pt x="1297940" y="501318"/>
                    <a:pt x="1309370" y="472108"/>
                    <a:pt x="1324610" y="444168"/>
                  </a:cubicBezTo>
                  <a:cubicBezTo>
                    <a:pt x="1338580" y="417498"/>
                    <a:pt x="1357630" y="392098"/>
                    <a:pt x="1377950" y="369238"/>
                  </a:cubicBezTo>
                  <a:cubicBezTo>
                    <a:pt x="1398270" y="346378"/>
                    <a:pt x="1423670" y="326058"/>
                    <a:pt x="1449070" y="309548"/>
                  </a:cubicBezTo>
                  <a:cubicBezTo>
                    <a:pt x="1474470" y="293038"/>
                    <a:pt x="1502410" y="277798"/>
                    <a:pt x="1531620" y="267638"/>
                  </a:cubicBezTo>
                  <a:cubicBezTo>
                    <a:pt x="1560830" y="257478"/>
                    <a:pt x="1591310" y="251128"/>
                    <a:pt x="1621790" y="247318"/>
                  </a:cubicBezTo>
                  <a:cubicBezTo>
                    <a:pt x="1652270" y="244778"/>
                    <a:pt x="1684020" y="244778"/>
                    <a:pt x="1714500" y="249858"/>
                  </a:cubicBezTo>
                  <a:cubicBezTo>
                    <a:pt x="1744980" y="253668"/>
                    <a:pt x="1775460" y="262558"/>
                    <a:pt x="1803400" y="273988"/>
                  </a:cubicBezTo>
                  <a:cubicBezTo>
                    <a:pt x="1832610" y="285418"/>
                    <a:pt x="1860550" y="300658"/>
                    <a:pt x="1884680" y="318438"/>
                  </a:cubicBezTo>
                  <a:cubicBezTo>
                    <a:pt x="1910080" y="336218"/>
                    <a:pt x="1932940" y="357808"/>
                    <a:pt x="1953260" y="380668"/>
                  </a:cubicBezTo>
                  <a:cubicBezTo>
                    <a:pt x="1973580" y="404798"/>
                    <a:pt x="2004060" y="458138"/>
                    <a:pt x="2004060" y="458138"/>
                  </a:cubicBezTo>
                  <a:cubicBezTo>
                    <a:pt x="2004060" y="458138"/>
                    <a:pt x="2006600" y="470838"/>
                    <a:pt x="2010410" y="470838"/>
                  </a:cubicBezTo>
                  <a:cubicBezTo>
                    <a:pt x="2037080" y="474648"/>
                    <a:pt x="2181860" y="238428"/>
                    <a:pt x="2312670" y="163498"/>
                  </a:cubicBezTo>
                  <a:cubicBezTo>
                    <a:pt x="2468880" y="74598"/>
                    <a:pt x="2758440" y="-39702"/>
                    <a:pt x="2910840" y="13638"/>
                  </a:cubicBezTo>
                  <a:cubicBezTo>
                    <a:pt x="3042920" y="59358"/>
                    <a:pt x="3093720" y="351458"/>
                    <a:pt x="3199130" y="390828"/>
                  </a:cubicBezTo>
                  <a:cubicBezTo>
                    <a:pt x="3274060" y="420038"/>
                    <a:pt x="3338830" y="366698"/>
                    <a:pt x="3436620" y="345108"/>
                  </a:cubicBezTo>
                  <a:cubicBezTo>
                    <a:pt x="3596640" y="308278"/>
                    <a:pt x="3878580" y="220648"/>
                    <a:pt x="4067810" y="177468"/>
                  </a:cubicBezTo>
                  <a:cubicBezTo>
                    <a:pt x="4220210" y="144448"/>
                    <a:pt x="4340860" y="117778"/>
                    <a:pt x="4484370" y="101268"/>
                  </a:cubicBezTo>
                  <a:cubicBezTo>
                    <a:pt x="4634230" y="83488"/>
                    <a:pt x="4946650" y="78408"/>
                    <a:pt x="4947920" y="78408"/>
                  </a:cubicBezTo>
                  <a:cubicBezTo>
                    <a:pt x="4949190" y="78408"/>
                    <a:pt x="4974590" y="72058"/>
                    <a:pt x="4988560" y="68248"/>
                  </a:cubicBezTo>
                  <a:cubicBezTo>
                    <a:pt x="5002530" y="65708"/>
                    <a:pt x="5029200" y="59358"/>
                    <a:pt x="5029200" y="59358"/>
                  </a:cubicBezTo>
                  <a:cubicBezTo>
                    <a:pt x="5029200" y="59358"/>
                    <a:pt x="5057140" y="59358"/>
                    <a:pt x="5071110" y="59358"/>
                  </a:cubicBezTo>
                  <a:cubicBezTo>
                    <a:pt x="5085080" y="59358"/>
                    <a:pt x="5111750" y="59358"/>
                    <a:pt x="5113020" y="59358"/>
                  </a:cubicBezTo>
                  <a:cubicBezTo>
                    <a:pt x="5113020" y="59358"/>
                    <a:pt x="5139690" y="65708"/>
                    <a:pt x="5153660" y="69518"/>
                  </a:cubicBezTo>
                  <a:cubicBezTo>
                    <a:pt x="5166360" y="73328"/>
                    <a:pt x="5193030" y="79678"/>
                    <a:pt x="5193030" y="79678"/>
                  </a:cubicBezTo>
                  <a:cubicBezTo>
                    <a:pt x="5194300" y="79678"/>
                    <a:pt x="5218430" y="92378"/>
                    <a:pt x="5231130" y="98728"/>
                  </a:cubicBezTo>
                  <a:cubicBezTo>
                    <a:pt x="5242560" y="105078"/>
                    <a:pt x="5266690" y="119048"/>
                    <a:pt x="5267960" y="119048"/>
                  </a:cubicBezTo>
                  <a:cubicBezTo>
                    <a:pt x="5267960" y="119048"/>
                    <a:pt x="5288280" y="136828"/>
                    <a:pt x="5298440" y="146988"/>
                  </a:cubicBezTo>
                  <a:cubicBezTo>
                    <a:pt x="5308600" y="155878"/>
                    <a:pt x="5328920" y="173658"/>
                    <a:pt x="5330190" y="174928"/>
                  </a:cubicBezTo>
                  <a:cubicBezTo>
                    <a:pt x="5330190" y="174928"/>
                    <a:pt x="5345430" y="197788"/>
                    <a:pt x="5353050" y="209218"/>
                  </a:cubicBezTo>
                  <a:cubicBezTo>
                    <a:pt x="5360670" y="220648"/>
                    <a:pt x="5375910" y="242238"/>
                    <a:pt x="5377180" y="243508"/>
                  </a:cubicBezTo>
                  <a:cubicBezTo>
                    <a:pt x="5377180" y="243508"/>
                    <a:pt x="5388610" y="275258"/>
                    <a:pt x="5391150" y="282878"/>
                  </a:cubicBezTo>
                  <a:cubicBezTo>
                    <a:pt x="5392420" y="285418"/>
                    <a:pt x="5391150" y="286688"/>
                    <a:pt x="5393690" y="289228"/>
                  </a:cubicBezTo>
                  <a:cubicBezTo>
                    <a:pt x="5403850" y="298118"/>
                    <a:pt x="5485130" y="307008"/>
                    <a:pt x="5515610" y="313358"/>
                  </a:cubicBezTo>
                  <a:cubicBezTo>
                    <a:pt x="5534660" y="317168"/>
                    <a:pt x="5544820" y="319708"/>
                    <a:pt x="5558790" y="322248"/>
                  </a:cubicBezTo>
                  <a:cubicBezTo>
                    <a:pt x="5572760" y="326058"/>
                    <a:pt x="5601970" y="332408"/>
                    <a:pt x="5601970" y="332408"/>
                  </a:cubicBezTo>
                  <a:cubicBezTo>
                    <a:pt x="5601970" y="332408"/>
                    <a:pt x="5628640" y="345108"/>
                    <a:pt x="5641340" y="351458"/>
                  </a:cubicBezTo>
                  <a:cubicBezTo>
                    <a:pt x="5654040" y="359078"/>
                    <a:pt x="5680710" y="371778"/>
                    <a:pt x="5680710" y="371778"/>
                  </a:cubicBezTo>
                  <a:cubicBezTo>
                    <a:pt x="5680710" y="371778"/>
                    <a:pt x="5703570" y="390828"/>
                    <a:pt x="5713730" y="399718"/>
                  </a:cubicBezTo>
                  <a:cubicBezTo>
                    <a:pt x="5725160" y="409878"/>
                    <a:pt x="5748020" y="427658"/>
                    <a:pt x="5748020" y="428928"/>
                  </a:cubicBezTo>
                  <a:cubicBezTo>
                    <a:pt x="5748020" y="428928"/>
                    <a:pt x="5764530" y="453058"/>
                    <a:pt x="5773420" y="464488"/>
                  </a:cubicBezTo>
                  <a:cubicBezTo>
                    <a:pt x="5782310" y="475918"/>
                    <a:pt x="5798820" y="500048"/>
                    <a:pt x="5798820" y="500048"/>
                  </a:cubicBezTo>
                  <a:cubicBezTo>
                    <a:pt x="5798820" y="500048"/>
                    <a:pt x="5798820" y="500048"/>
                    <a:pt x="5800090" y="500048"/>
                  </a:cubicBezTo>
                  <a:cubicBezTo>
                    <a:pt x="5800090" y="500048"/>
                    <a:pt x="5811520" y="530528"/>
                    <a:pt x="5815330" y="540688"/>
                  </a:cubicBezTo>
                  <a:cubicBezTo>
                    <a:pt x="5819140" y="547038"/>
                    <a:pt x="5816600" y="553388"/>
                    <a:pt x="5822950" y="557198"/>
                  </a:cubicBezTo>
                  <a:cubicBezTo>
                    <a:pt x="5838190" y="566088"/>
                    <a:pt x="5946140" y="541958"/>
                    <a:pt x="5947410" y="541958"/>
                  </a:cubicBezTo>
                  <a:cubicBezTo>
                    <a:pt x="5948680" y="541958"/>
                    <a:pt x="5974080" y="540688"/>
                    <a:pt x="5986780" y="540688"/>
                  </a:cubicBezTo>
                  <a:cubicBezTo>
                    <a:pt x="5999480" y="539418"/>
                    <a:pt x="6026150" y="538148"/>
                    <a:pt x="6026150" y="538148"/>
                  </a:cubicBezTo>
                  <a:cubicBezTo>
                    <a:pt x="6026150" y="538148"/>
                    <a:pt x="6051550" y="543228"/>
                    <a:pt x="6064250" y="545768"/>
                  </a:cubicBezTo>
                  <a:cubicBezTo>
                    <a:pt x="6078220" y="548308"/>
                    <a:pt x="6102350" y="553388"/>
                    <a:pt x="6103620" y="553388"/>
                  </a:cubicBezTo>
                  <a:cubicBezTo>
                    <a:pt x="6103620" y="553388"/>
                    <a:pt x="6127750" y="564818"/>
                    <a:pt x="6139180" y="569898"/>
                  </a:cubicBezTo>
                  <a:cubicBezTo>
                    <a:pt x="6150610" y="574978"/>
                    <a:pt x="6174740" y="586408"/>
                    <a:pt x="6174740" y="586408"/>
                  </a:cubicBezTo>
                  <a:cubicBezTo>
                    <a:pt x="6176010" y="586408"/>
                    <a:pt x="6195060" y="602918"/>
                    <a:pt x="6205220" y="610538"/>
                  </a:cubicBezTo>
                  <a:cubicBezTo>
                    <a:pt x="6215380" y="619428"/>
                    <a:pt x="6235700" y="634668"/>
                    <a:pt x="6236970" y="635938"/>
                  </a:cubicBezTo>
                  <a:cubicBezTo>
                    <a:pt x="6236970" y="635938"/>
                    <a:pt x="6252210" y="656258"/>
                    <a:pt x="6259830" y="666418"/>
                  </a:cubicBezTo>
                  <a:cubicBezTo>
                    <a:pt x="6268720" y="677848"/>
                    <a:pt x="6283960" y="698168"/>
                    <a:pt x="6283960" y="698168"/>
                  </a:cubicBezTo>
                  <a:cubicBezTo>
                    <a:pt x="6283960" y="698168"/>
                    <a:pt x="6297930" y="728648"/>
                    <a:pt x="6300470" y="733728"/>
                  </a:cubicBezTo>
                  <a:cubicBezTo>
                    <a:pt x="6300470" y="736268"/>
                    <a:pt x="6300470" y="736268"/>
                    <a:pt x="6301740" y="737538"/>
                  </a:cubicBezTo>
                  <a:cubicBezTo>
                    <a:pt x="6314440" y="743888"/>
                    <a:pt x="6442710" y="701978"/>
                    <a:pt x="6558280" y="675308"/>
                  </a:cubicBezTo>
                  <a:cubicBezTo>
                    <a:pt x="6799580" y="620698"/>
                    <a:pt x="7368540" y="510208"/>
                    <a:pt x="7670800" y="435278"/>
                  </a:cubicBezTo>
                  <a:cubicBezTo>
                    <a:pt x="7882890" y="383208"/>
                    <a:pt x="8068310" y="329868"/>
                    <a:pt x="8208010" y="287958"/>
                  </a:cubicBezTo>
                  <a:cubicBezTo>
                    <a:pt x="8295640" y="261288"/>
                    <a:pt x="8417560" y="220648"/>
                    <a:pt x="8423910" y="218108"/>
                  </a:cubicBezTo>
                  <a:cubicBezTo>
                    <a:pt x="8425180" y="218108"/>
                    <a:pt x="8425180" y="218108"/>
                    <a:pt x="8425180" y="218108"/>
                  </a:cubicBezTo>
                  <a:cubicBezTo>
                    <a:pt x="8425180" y="218108"/>
                    <a:pt x="8449310" y="215568"/>
                    <a:pt x="8462010" y="214298"/>
                  </a:cubicBezTo>
                  <a:cubicBezTo>
                    <a:pt x="8473440" y="211758"/>
                    <a:pt x="8497570" y="209218"/>
                    <a:pt x="8497570" y="209218"/>
                  </a:cubicBezTo>
                  <a:cubicBezTo>
                    <a:pt x="8498840" y="209218"/>
                    <a:pt x="8521700" y="211758"/>
                    <a:pt x="8534400" y="213028"/>
                  </a:cubicBezTo>
                  <a:cubicBezTo>
                    <a:pt x="8545830" y="214298"/>
                    <a:pt x="8569960" y="216838"/>
                    <a:pt x="8571230" y="216838"/>
                  </a:cubicBezTo>
                  <a:cubicBezTo>
                    <a:pt x="8571230" y="216838"/>
                    <a:pt x="8594090" y="225728"/>
                    <a:pt x="8605520" y="229538"/>
                  </a:cubicBezTo>
                  <a:cubicBezTo>
                    <a:pt x="8616950" y="233348"/>
                    <a:pt x="8639810" y="242238"/>
                    <a:pt x="8639810" y="242238"/>
                  </a:cubicBezTo>
                  <a:cubicBezTo>
                    <a:pt x="8639810" y="242238"/>
                    <a:pt x="8660130" y="256208"/>
                    <a:pt x="8670290" y="262558"/>
                  </a:cubicBezTo>
                  <a:cubicBezTo>
                    <a:pt x="8680450" y="268908"/>
                    <a:pt x="8699500" y="282878"/>
                    <a:pt x="8700770" y="282878"/>
                  </a:cubicBezTo>
                  <a:cubicBezTo>
                    <a:pt x="8700770" y="282878"/>
                    <a:pt x="8717280" y="300658"/>
                    <a:pt x="8724900" y="310818"/>
                  </a:cubicBezTo>
                  <a:cubicBezTo>
                    <a:pt x="8733790" y="319708"/>
                    <a:pt x="8749030" y="337488"/>
                    <a:pt x="8750300" y="337488"/>
                  </a:cubicBezTo>
                  <a:cubicBezTo>
                    <a:pt x="8750300" y="337488"/>
                    <a:pt x="8761730" y="359078"/>
                    <a:pt x="8766810" y="369238"/>
                  </a:cubicBezTo>
                  <a:cubicBezTo>
                    <a:pt x="8773160" y="380668"/>
                    <a:pt x="8784590" y="402258"/>
                    <a:pt x="8784590" y="402258"/>
                  </a:cubicBezTo>
                  <a:cubicBezTo>
                    <a:pt x="8784590" y="402258"/>
                    <a:pt x="8790940" y="426388"/>
                    <a:pt x="8793480" y="437818"/>
                  </a:cubicBezTo>
                  <a:cubicBezTo>
                    <a:pt x="8797290" y="449248"/>
                    <a:pt x="8802370" y="472108"/>
                    <a:pt x="8802370" y="473378"/>
                  </a:cubicBezTo>
                  <a:cubicBezTo>
                    <a:pt x="8802370" y="473378"/>
                    <a:pt x="8803640" y="497508"/>
                    <a:pt x="8803640" y="510208"/>
                  </a:cubicBezTo>
                  <a:cubicBezTo>
                    <a:pt x="8803640" y="521638"/>
                    <a:pt x="8803640" y="545768"/>
                    <a:pt x="8803640" y="547038"/>
                  </a:cubicBezTo>
                  <a:cubicBezTo>
                    <a:pt x="8803640" y="547038"/>
                    <a:pt x="8798560" y="569898"/>
                    <a:pt x="8794750" y="582598"/>
                  </a:cubicBezTo>
                  <a:cubicBezTo>
                    <a:pt x="8792210" y="594028"/>
                    <a:pt x="8787130" y="616888"/>
                    <a:pt x="8787130" y="618158"/>
                  </a:cubicBezTo>
                  <a:cubicBezTo>
                    <a:pt x="8787130" y="618158"/>
                    <a:pt x="8775700" y="639748"/>
                    <a:pt x="8770620" y="651178"/>
                  </a:cubicBezTo>
                  <a:cubicBezTo>
                    <a:pt x="8764270" y="661338"/>
                    <a:pt x="8754110" y="682928"/>
                    <a:pt x="8754110" y="682928"/>
                  </a:cubicBezTo>
                  <a:cubicBezTo>
                    <a:pt x="8752840" y="684198"/>
                    <a:pt x="8737600" y="701978"/>
                    <a:pt x="8729980" y="710868"/>
                  </a:cubicBezTo>
                  <a:cubicBezTo>
                    <a:pt x="8721090" y="719758"/>
                    <a:pt x="8705850" y="738808"/>
                    <a:pt x="8705850" y="738808"/>
                  </a:cubicBezTo>
                  <a:cubicBezTo>
                    <a:pt x="8704580" y="738808"/>
                    <a:pt x="8685530" y="752778"/>
                    <a:pt x="8675370" y="760398"/>
                  </a:cubicBezTo>
                  <a:cubicBezTo>
                    <a:pt x="8665210" y="766748"/>
                    <a:pt x="8646160" y="780718"/>
                    <a:pt x="8646160" y="780718"/>
                  </a:cubicBezTo>
                  <a:cubicBezTo>
                    <a:pt x="8644890" y="780718"/>
                    <a:pt x="8618220" y="788338"/>
                    <a:pt x="8611870" y="794688"/>
                  </a:cubicBezTo>
                  <a:cubicBezTo>
                    <a:pt x="8608060" y="797228"/>
                    <a:pt x="8604250" y="803578"/>
                    <a:pt x="8605520" y="804848"/>
                  </a:cubicBezTo>
                  <a:cubicBezTo>
                    <a:pt x="8609330" y="809928"/>
                    <a:pt x="8667750" y="789608"/>
                    <a:pt x="8675370" y="788338"/>
                  </a:cubicBezTo>
                  <a:cubicBezTo>
                    <a:pt x="8676640" y="787068"/>
                    <a:pt x="8676640" y="787068"/>
                    <a:pt x="8677910" y="787068"/>
                  </a:cubicBezTo>
                  <a:cubicBezTo>
                    <a:pt x="8677910" y="787068"/>
                    <a:pt x="8679180" y="787068"/>
                    <a:pt x="8681720" y="785798"/>
                  </a:cubicBezTo>
                  <a:cubicBezTo>
                    <a:pt x="8713470" y="779448"/>
                    <a:pt x="9237980" y="646098"/>
                    <a:pt x="9439910" y="599108"/>
                  </a:cubicBezTo>
                  <a:cubicBezTo>
                    <a:pt x="9573260" y="567358"/>
                    <a:pt x="9707880" y="540688"/>
                    <a:pt x="9771380" y="524178"/>
                  </a:cubicBezTo>
                  <a:cubicBezTo>
                    <a:pt x="9796780" y="516558"/>
                    <a:pt x="9796780" y="515288"/>
                    <a:pt x="9823450" y="507668"/>
                  </a:cubicBezTo>
                  <a:cubicBezTo>
                    <a:pt x="9909810" y="480998"/>
                    <a:pt x="10176510" y="404798"/>
                    <a:pt x="10367010" y="356538"/>
                  </a:cubicBezTo>
                  <a:cubicBezTo>
                    <a:pt x="10576560" y="303198"/>
                    <a:pt x="11029950" y="202868"/>
                    <a:pt x="11031220" y="201598"/>
                  </a:cubicBezTo>
                  <a:cubicBezTo>
                    <a:pt x="11032490" y="201598"/>
                    <a:pt x="11056620" y="196518"/>
                    <a:pt x="11068050" y="195248"/>
                  </a:cubicBezTo>
                  <a:cubicBezTo>
                    <a:pt x="11080750" y="192708"/>
                    <a:pt x="11104880" y="187628"/>
                    <a:pt x="11106150" y="187628"/>
                  </a:cubicBezTo>
                  <a:cubicBezTo>
                    <a:pt x="11106150" y="187628"/>
                    <a:pt x="11131550" y="188898"/>
                    <a:pt x="11144250" y="188898"/>
                  </a:cubicBezTo>
                  <a:cubicBezTo>
                    <a:pt x="11156950" y="190168"/>
                    <a:pt x="11181080" y="190168"/>
                    <a:pt x="11182350" y="191438"/>
                  </a:cubicBezTo>
                  <a:cubicBezTo>
                    <a:pt x="11182350" y="191438"/>
                    <a:pt x="11206480" y="197788"/>
                    <a:pt x="11217910" y="201598"/>
                  </a:cubicBezTo>
                  <a:cubicBezTo>
                    <a:pt x="11230610" y="205408"/>
                    <a:pt x="11254740" y="211758"/>
                    <a:pt x="11254740" y="213028"/>
                  </a:cubicBezTo>
                  <a:cubicBezTo>
                    <a:pt x="11256010" y="213028"/>
                    <a:pt x="11276330" y="225728"/>
                    <a:pt x="11287760" y="232078"/>
                  </a:cubicBezTo>
                  <a:cubicBezTo>
                    <a:pt x="11299190" y="238428"/>
                    <a:pt x="11320780" y="251128"/>
                    <a:pt x="11320780" y="251128"/>
                  </a:cubicBezTo>
                  <a:cubicBezTo>
                    <a:pt x="11320780" y="251128"/>
                    <a:pt x="11338560" y="268908"/>
                    <a:pt x="11347450" y="277798"/>
                  </a:cubicBezTo>
                  <a:cubicBezTo>
                    <a:pt x="11357610" y="286688"/>
                    <a:pt x="11375390" y="303198"/>
                    <a:pt x="11375390" y="304468"/>
                  </a:cubicBezTo>
                  <a:cubicBezTo>
                    <a:pt x="11375390" y="304468"/>
                    <a:pt x="11388090" y="326058"/>
                    <a:pt x="11395710" y="336218"/>
                  </a:cubicBezTo>
                  <a:cubicBezTo>
                    <a:pt x="11402060" y="347648"/>
                    <a:pt x="11414760" y="367968"/>
                    <a:pt x="11416030" y="369238"/>
                  </a:cubicBezTo>
                  <a:cubicBezTo>
                    <a:pt x="11416030" y="369238"/>
                    <a:pt x="11423650" y="393368"/>
                    <a:pt x="11427460" y="404798"/>
                  </a:cubicBezTo>
                  <a:cubicBezTo>
                    <a:pt x="11431270" y="417498"/>
                    <a:pt x="11438890" y="440358"/>
                    <a:pt x="11438890" y="441628"/>
                  </a:cubicBezTo>
                  <a:cubicBezTo>
                    <a:pt x="11438890" y="441628"/>
                    <a:pt x="11441430" y="465758"/>
                    <a:pt x="11441430" y="478458"/>
                  </a:cubicBezTo>
                  <a:cubicBezTo>
                    <a:pt x="11442700" y="491158"/>
                    <a:pt x="11445240" y="516558"/>
                    <a:pt x="11445240" y="516558"/>
                  </a:cubicBezTo>
                  <a:cubicBezTo>
                    <a:pt x="11445240" y="517828"/>
                    <a:pt x="11440160" y="541958"/>
                    <a:pt x="11438890" y="554658"/>
                  </a:cubicBezTo>
                  <a:cubicBezTo>
                    <a:pt x="11436350" y="566088"/>
                    <a:pt x="11432540" y="578788"/>
                    <a:pt x="11432540" y="588948"/>
                  </a:cubicBezTo>
                  <a:cubicBezTo>
                    <a:pt x="11432540" y="596568"/>
                    <a:pt x="11436350" y="607998"/>
                    <a:pt x="11436350" y="607998"/>
                  </a:cubicBezTo>
                  <a:cubicBezTo>
                    <a:pt x="11436350" y="607998"/>
                    <a:pt x="11433810" y="634668"/>
                    <a:pt x="11433810" y="646098"/>
                  </a:cubicBezTo>
                  <a:cubicBezTo>
                    <a:pt x="11432540" y="654988"/>
                    <a:pt x="11426190" y="665148"/>
                    <a:pt x="11432540" y="670228"/>
                  </a:cubicBezTo>
                  <a:cubicBezTo>
                    <a:pt x="11451590" y="686738"/>
                    <a:pt x="11605260" y="625778"/>
                    <a:pt x="11713210" y="611808"/>
                  </a:cubicBezTo>
                  <a:cubicBezTo>
                    <a:pt x="11856720" y="591488"/>
                    <a:pt x="12216130" y="577518"/>
                    <a:pt x="12217400" y="577518"/>
                  </a:cubicBezTo>
                  <a:cubicBezTo>
                    <a:pt x="12218670" y="577518"/>
                    <a:pt x="12242800" y="573708"/>
                    <a:pt x="12254230" y="571168"/>
                  </a:cubicBezTo>
                  <a:cubicBezTo>
                    <a:pt x="12266930" y="568628"/>
                    <a:pt x="12291060" y="564818"/>
                    <a:pt x="12291060" y="564818"/>
                  </a:cubicBezTo>
                  <a:cubicBezTo>
                    <a:pt x="12292330" y="564818"/>
                    <a:pt x="12316460" y="566088"/>
                    <a:pt x="12329160" y="567358"/>
                  </a:cubicBezTo>
                  <a:cubicBezTo>
                    <a:pt x="12340590" y="567358"/>
                    <a:pt x="12365990" y="568628"/>
                    <a:pt x="12365990" y="569898"/>
                  </a:cubicBezTo>
                  <a:cubicBezTo>
                    <a:pt x="12365990" y="569898"/>
                    <a:pt x="12390120" y="576248"/>
                    <a:pt x="12401550" y="580058"/>
                  </a:cubicBezTo>
                  <a:cubicBezTo>
                    <a:pt x="12412980" y="583868"/>
                    <a:pt x="12437110" y="591488"/>
                    <a:pt x="12437110" y="591488"/>
                  </a:cubicBezTo>
                  <a:cubicBezTo>
                    <a:pt x="12437110" y="591488"/>
                    <a:pt x="12458700" y="604188"/>
                    <a:pt x="12468860" y="611808"/>
                  </a:cubicBezTo>
                  <a:cubicBezTo>
                    <a:pt x="12480290" y="618158"/>
                    <a:pt x="12500610" y="630858"/>
                    <a:pt x="12500610" y="630858"/>
                  </a:cubicBezTo>
                  <a:cubicBezTo>
                    <a:pt x="12501880" y="630858"/>
                    <a:pt x="12518390" y="648638"/>
                    <a:pt x="12527280" y="657528"/>
                  </a:cubicBezTo>
                  <a:cubicBezTo>
                    <a:pt x="12536170" y="666418"/>
                    <a:pt x="12552680" y="682928"/>
                    <a:pt x="12553950" y="684198"/>
                  </a:cubicBezTo>
                  <a:cubicBezTo>
                    <a:pt x="12553950" y="684198"/>
                    <a:pt x="12566650" y="705788"/>
                    <a:pt x="12573000" y="715948"/>
                  </a:cubicBezTo>
                  <a:cubicBezTo>
                    <a:pt x="12579350" y="726108"/>
                    <a:pt x="12592050" y="747698"/>
                    <a:pt x="12592050" y="747698"/>
                  </a:cubicBezTo>
                  <a:cubicBezTo>
                    <a:pt x="12592050" y="748968"/>
                    <a:pt x="12599670" y="771828"/>
                    <a:pt x="12603480" y="783258"/>
                  </a:cubicBezTo>
                  <a:cubicBezTo>
                    <a:pt x="12607290" y="795958"/>
                    <a:pt x="12613640" y="818818"/>
                    <a:pt x="12613640" y="818818"/>
                  </a:cubicBezTo>
                  <a:cubicBezTo>
                    <a:pt x="12613640" y="820088"/>
                    <a:pt x="12614910" y="844218"/>
                    <a:pt x="12616180" y="856918"/>
                  </a:cubicBezTo>
                  <a:cubicBezTo>
                    <a:pt x="12616180" y="869618"/>
                    <a:pt x="12618720" y="893748"/>
                    <a:pt x="12618720" y="893748"/>
                  </a:cubicBezTo>
                  <a:cubicBezTo>
                    <a:pt x="12618720" y="895018"/>
                    <a:pt x="12613640" y="919148"/>
                    <a:pt x="12611100" y="930578"/>
                  </a:cubicBezTo>
                  <a:cubicBezTo>
                    <a:pt x="12608560" y="943278"/>
                    <a:pt x="12604750" y="967408"/>
                    <a:pt x="12604750" y="967408"/>
                  </a:cubicBezTo>
                  <a:cubicBezTo>
                    <a:pt x="12604750" y="968678"/>
                    <a:pt x="12590780" y="996618"/>
                    <a:pt x="12589510" y="1001698"/>
                  </a:cubicBezTo>
                  <a:cubicBezTo>
                    <a:pt x="12588240" y="1002968"/>
                    <a:pt x="12588240" y="1002968"/>
                    <a:pt x="12588240" y="1002968"/>
                  </a:cubicBezTo>
                  <a:cubicBezTo>
                    <a:pt x="12592050" y="1008048"/>
                    <a:pt x="12698730" y="972488"/>
                    <a:pt x="12787630" y="948358"/>
                  </a:cubicBezTo>
                  <a:cubicBezTo>
                    <a:pt x="12967970" y="901368"/>
                    <a:pt x="13600430" y="746428"/>
                    <a:pt x="13602970" y="746428"/>
                  </a:cubicBezTo>
                  <a:cubicBezTo>
                    <a:pt x="13604239" y="746428"/>
                    <a:pt x="13630911" y="745158"/>
                    <a:pt x="13643611" y="743888"/>
                  </a:cubicBezTo>
                  <a:cubicBezTo>
                    <a:pt x="13657580" y="742618"/>
                    <a:pt x="13682980" y="741348"/>
                    <a:pt x="13684250" y="741348"/>
                  </a:cubicBezTo>
                  <a:cubicBezTo>
                    <a:pt x="13684250" y="741348"/>
                    <a:pt x="13710920" y="746428"/>
                    <a:pt x="13723620" y="748968"/>
                  </a:cubicBezTo>
                  <a:cubicBezTo>
                    <a:pt x="13737589" y="750238"/>
                    <a:pt x="13762989" y="755318"/>
                    <a:pt x="13762989" y="755318"/>
                  </a:cubicBezTo>
                  <a:cubicBezTo>
                    <a:pt x="13762989" y="755318"/>
                    <a:pt x="13762989" y="755318"/>
                    <a:pt x="13764261" y="755318"/>
                  </a:cubicBezTo>
                  <a:cubicBezTo>
                    <a:pt x="13764261" y="755318"/>
                    <a:pt x="13788389" y="766748"/>
                    <a:pt x="13801089" y="771828"/>
                  </a:cubicBezTo>
                  <a:cubicBezTo>
                    <a:pt x="13812520" y="776908"/>
                    <a:pt x="13836650" y="788338"/>
                    <a:pt x="13837920" y="788338"/>
                  </a:cubicBezTo>
                  <a:cubicBezTo>
                    <a:pt x="13837920" y="788338"/>
                    <a:pt x="13858239" y="804848"/>
                    <a:pt x="13869670" y="812468"/>
                  </a:cubicBezTo>
                  <a:cubicBezTo>
                    <a:pt x="13879830" y="821358"/>
                    <a:pt x="13901420" y="837868"/>
                    <a:pt x="13901420" y="837868"/>
                  </a:cubicBezTo>
                  <a:cubicBezTo>
                    <a:pt x="13901420" y="837868"/>
                    <a:pt x="13917930" y="859458"/>
                    <a:pt x="13926820" y="869618"/>
                  </a:cubicBezTo>
                  <a:cubicBezTo>
                    <a:pt x="13934439" y="879778"/>
                    <a:pt x="13950950" y="900098"/>
                    <a:pt x="13950950" y="901368"/>
                  </a:cubicBezTo>
                  <a:cubicBezTo>
                    <a:pt x="13952220" y="901368"/>
                    <a:pt x="13964920" y="929308"/>
                    <a:pt x="13968730" y="938198"/>
                  </a:cubicBezTo>
                  <a:cubicBezTo>
                    <a:pt x="13970000" y="942008"/>
                    <a:pt x="13968730" y="945818"/>
                    <a:pt x="13972539" y="947088"/>
                  </a:cubicBezTo>
                  <a:cubicBezTo>
                    <a:pt x="13986511" y="954708"/>
                    <a:pt x="14063980" y="924228"/>
                    <a:pt x="14116050" y="908988"/>
                  </a:cubicBezTo>
                  <a:cubicBezTo>
                    <a:pt x="14182089" y="891208"/>
                    <a:pt x="14337030" y="844218"/>
                    <a:pt x="14338300" y="844218"/>
                  </a:cubicBezTo>
                  <a:cubicBezTo>
                    <a:pt x="14338300" y="844218"/>
                    <a:pt x="14364970" y="840408"/>
                    <a:pt x="14378939" y="839138"/>
                  </a:cubicBezTo>
                  <a:cubicBezTo>
                    <a:pt x="14391639" y="836598"/>
                    <a:pt x="14418311" y="832788"/>
                    <a:pt x="14419580" y="832788"/>
                  </a:cubicBezTo>
                  <a:cubicBezTo>
                    <a:pt x="14419580" y="832788"/>
                    <a:pt x="14446250" y="836598"/>
                    <a:pt x="14460220" y="837868"/>
                  </a:cubicBezTo>
                  <a:cubicBezTo>
                    <a:pt x="14474189" y="839138"/>
                    <a:pt x="14500861" y="841678"/>
                    <a:pt x="14500861" y="841678"/>
                  </a:cubicBezTo>
                  <a:cubicBezTo>
                    <a:pt x="14502130" y="841678"/>
                    <a:pt x="14526261" y="850568"/>
                    <a:pt x="14540230" y="855648"/>
                  </a:cubicBezTo>
                  <a:cubicBezTo>
                    <a:pt x="14552930" y="860728"/>
                    <a:pt x="14578330" y="869618"/>
                    <a:pt x="14578330" y="869618"/>
                  </a:cubicBezTo>
                  <a:cubicBezTo>
                    <a:pt x="14578330" y="869618"/>
                    <a:pt x="14601189" y="884858"/>
                    <a:pt x="14612620" y="892478"/>
                  </a:cubicBezTo>
                  <a:cubicBezTo>
                    <a:pt x="14624050" y="900098"/>
                    <a:pt x="14645639" y="915338"/>
                    <a:pt x="14646911" y="915338"/>
                  </a:cubicBezTo>
                  <a:cubicBezTo>
                    <a:pt x="14646911" y="915338"/>
                    <a:pt x="14664689" y="935658"/>
                    <a:pt x="14674850" y="945818"/>
                  </a:cubicBezTo>
                  <a:cubicBezTo>
                    <a:pt x="14683739" y="955978"/>
                    <a:pt x="14701520" y="975028"/>
                    <a:pt x="14701520" y="976298"/>
                  </a:cubicBezTo>
                  <a:cubicBezTo>
                    <a:pt x="14702789" y="976298"/>
                    <a:pt x="14706600" y="1001698"/>
                    <a:pt x="14720570" y="1009318"/>
                  </a:cubicBezTo>
                  <a:cubicBezTo>
                    <a:pt x="14761211" y="1028368"/>
                    <a:pt x="14930120" y="975028"/>
                    <a:pt x="15046961" y="954708"/>
                  </a:cubicBezTo>
                  <a:cubicBezTo>
                    <a:pt x="15182850" y="930578"/>
                    <a:pt x="15342870" y="870888"/>
                    <a:pt x="15486380" y="870888"/>
                  </a:cubicBezTo>
                  <a:cubicBezTo>
                    <a:pt x="15624811" y="870888"/>
                    <a:pt x="15760700" y="887398"/>
                    <a:pt x="15896589" y="945818"/>
                  </a:cubicBezTo>
                  <a:cubicBezTo>
                    <a:pt x="16059150" y="1014398"/>
                    <a:pt x="16277589" y="1149018"/>
                    <a:pt x="16383000" y="1295068"/>
                  </a:cubicBezTo>
                  <a:cubicBezTo>
                    <a:pt x="16476980" y="1425878"/>
                    <a:pt x="16532861" y="1604948"/>
                    <a:pt x="16526511" y="1758618"/>
                  </a:cubicBezTo>
                  <a:cubicBezTo>
                    <a:pt x="16518889" y="1916098"/>
                    <a:pt x="16449039" y="2130728"/>
                    <a:pt x="16336011" y="2227248"/>
                  </a:cubicBezTo>
                  <a:cubicBezTo>
                    <a:pt x="16222980" y="2323768"/>
                    <a:pt x="16018511" y="2321228"/>
                    <a:pt x="15852139" y="2339008"/>
                  </a:cubicBezTo>
                  <a:cubicBezTo>
                    <a:pt x="15678150" y="2358058"/>
                    <a:pt x="15494000" y="2332658"/>
                    <a:pt x="15312389" y="2328848"/>
                  </a:cubicBezTo>
                  <a:cubicBezTo>
                    <a:pt x="15129511" y="2326308"/>
                    <a:pt x="14940280" y="2322498"/>
                    <a:pt x="14758670" y="2321228"/>
                  </a:cubicBezTo>
                  <a:cubicBezTo>
                    <a:pt x="14582139" y="2319958"/>
                    <a:pt x="14403070" y="2309798"/>
                    <a:pt x="14237970" y="2321228"/>
                  </a:cubicBezTo>
                  <a:cubicBezTo>
                    <a:pt x="14086839" y="2331388"/>
                    <a:pt x="13959839" y="2364408"/>
                    <a:pt x="13806170" y="2380918"/>
                  </a:cubicBezTo>
                  <a:cubicBezTo>
                    <a:pt x="13632180" y="2398698"/>
                    <a:pt x="13435330" y="2397428"/>
                    <a:pt x="13247370" y="2420288"/>
                  </a:cubicBezTo>
                  <a:cubicBezTo>
                    <a:pt x="13053061" y="2443148"/>
                    <a:pt x="12772390" y="2497758"/>
                    <a:pt x="12659360" y="2520618"/>
                  </a:cubicBezTo>
                  <a:cubicBezTo>
                    <a:pt x="12612370" y="2529508"/>
                    <a:pt x="12561570" y="2538398"/>
                    <a:pt x="12560300" y="2543478"/>
                  </a:cubicBezTo>
                  <a:cubicBezTo>
                    <a:pt x="12559030" y="2544748"/>
                    <a:pt x="12560300" y="2546018"/>
                    <a:pt x="12561570" y="2546018"/>
                  </a:cubicBezTo>
                  <a:cubicBezTo>
                    <a:pt x="12561570" y="2547288"/>
                    <a:pt x="12566650" y="2571418"/>
                    <a:pt x="12570460" y="2584118"/>
                  </a:cubicBezTo>
                  <a:cubicBezTo>
                    <a:pt x="12573000" y="2596818"/>
                    <a:pt x="12579350" y="2622218"/>
                    <a:pt x="12579350" y="2622218"/>
                  </a:cubicBezTo>
                  <a:cubicBezTo>
                    <a:pt x="12579350" y="2623488"/>
                    <a:pt x="12578080" y="2648888"/>
                    <a:pt x="12578080" y="2661588"/>
                  </a:cubicBezTo>
                  <a:cubicBezTo>
                    <a:pt x="12578080" y="2674288"/>
                    <a:pt x="12578080" y="2699688"/>
                    <a:pt x="12578080" y="2699688"/>
                  </a:cubicBezTo>
                  <a:cubicBezTo>
                    <a:pt x="12578080" y="2699688"/>
                    <a:pt x="12578080" y="2700958"/>
                    <a:pt x="12578080" y="2700958"/>
                  </a:cubicBezTo>
                  <a:cubicBezTo>
                    <a:pt x="12578080" y="2700958"/>
                    <a:pt x="12571730" y="2725088"/>
                    <a:pt x="12567920" y="2737788"/>
                  </a:cubicBezTo>
                  <a:cubicBezTo>
                    <a:pt x="12565380" y="2750488"/>
                    <a:pt x="12559030" y="2775888"/>
                    <a:pt x="12559030" y="2775888"/>
                  </a:cubicBezTo>
                  <a:cubicBezTo>
                    <a:pt x="12559030" y="2775888"/>
                    <a:pt x="12546330" y="2798748"/>
                    <a:pt x="12539980" y="2810178"/>
                  </a:cubicBezTo>
                  <a:cubicBezTo>
                    <a:pt x="12533630" y="2821608"/>
                    <a:pt x="12522200" y="2844468"/>
                    <a:pt x="12522200" y="2844468"/>
                  </a:cubicBezTo>
                  <a:cubicBezTo>
                    <a:pt x="12520930" y="2844468"/>
                    <a:pt x="12504420" y="2863518"/>
                    <a:pt x="12495530" y="2873678"/>
                  </a:cubicBezTo>
                  <a:cubicBezTo>
                    <a:pt x="12486640" y="2882568"/>
                    <a:pt x="12470130" y="2901618"/>
                    <a:pt x="12470130" y="2901618"/>
                  </a:cubicBezTo>
                  <a:cubicBezTo>
                    <a:pt x="12468860" y="2901618"/>
                    <a:pt x="12468860" y="2901618"/>
                    <a:pt x="12468860" y="2901618"/>
                  </a:cubicBezTo>
                  <a:cubicBezTo>
                    <a:pt x="12468860" y="2902888"/>
                    <a:pt x="12463780" y="2905428"/>
                    <a:pt x="12462510" y="2906698"/>
                  </a:cubicBezTo>
                  <a:cubicBezTo>
                    <a:pt x="12462510" y="2906698"/>
                    <a:pt x="12462510" y="2907968"/>
                    <a:pt x="12462510" y="2907968"/>
                  </a:cubicBezTo>
                  <a:cubicBezTo>
                    <a:pt x="12462510" y="2909238"/>
                    <a:pt x="12448540" y="2932098"/>
                    <a:pt x="12440920" y="2944798"/>
                  </a:cubicBezTo>
                  <a:cubicBezTo>
                    <a:pt x="12433300" y="2957498"/>
                    <a:pt x="12419330" y="2981628"/>
                    <a:pt x="12419330" y="2981628"/>
                  </a:cubicBezTo>
                  <a:cubicBezTo>
                    <a:pt x="12419330" y="2981628"/>
                    <a:pt x="12399010" y="3001948"/>
                    <a:pt x="12390120" y="3012108"/>
                  </a:cubicBezTo>
                  <a:cubicBezTo>
                    <a:pt x="12379960" y="3022268"/>
                    <a:pt x="12359640" y="3033698"/>
                    <a:pt x="12362180" y="3040048"/>
                  </a:cubicBezTo>
                  <a:cubicBezTo>
                    <a:pt x="12368530" y="3055288"/>
                    <a:pt x="12490450" y="3033698"/>
                    <a:pt x="12570460" y="3040048"/>
                  </a:cubicBezTo>
                  <a:cubicBezTo>
                    <a:pt x="12686030" y="3047668"/>
                    <a:pt x="12924790" y="3103548"/>
                    <a:pt x="12985750" y="3102278"/>
                  </a:cubicBezTo>
                  <a:cubicBezTo>
                    <a:pt x="13003530" y="3102278"/>
                    <a:pt x="13018770" y="3097198"/>
                    <a:pt x="13018770" y="3097198"/>
                  </a:cubicBezTo>
                  <a:cubicBezTo>
                    <a:pt x="13020039" y="3097198"/>
                    <a:pt x="13049250" y="3098468"/>
                    <a:pt x="13064489" y="3099738"/>
                  </a:cubicBezTo>
                  <a:cubicBezTo>
                    <a:pt x="13079730" y="3101008"/>
                    <a:pt x="13110211" y="3102278"/>
                    <a:pt x="13110211" y="3102278"/>
                  </a:cubicBezTo>
                  <a:cubicBezTo>
                    <a:pt x="13111480" y="3102278"/>
                    <a:pt x="13139420" y="3112438"/>
                    <a:pt x="13154661" y="3116248"/>
                  </a:cubicBezTo>
                  <a:cubicBezTo>
                    <a:pt x="13168630" y="3121328"/>
                    <a:pt x="13197839" y="3130218"/>
                    <a:pt x="13197839" y="3130218"/>
                  </a:cubicBezTo>
                  <a:cubicBezTo>
                    <a:pt x="13199111" y="3130218"/>
                    <a:pt x="13224511" y="3146728"/>
                    <a:pt x="13237211" y="3154348"/>
                  </a:cubicBezTo>
                  <a:cubicBezTo>
                    <a:pt x="13249911" y="3161968"/>
                    <a:pt x="13275311" y="3177208"/>
                    <a:pt x="13276580" y="3178478"/>
                  </a:cubicBezTo>
                  <a:cubicBezTo>
                    <a:pt x="13276580" y="3178478"/>
                    <a:pt x="13298170" y="3200068"/>
                    <a:pt x="13308330" y="3210228"/>
                  </a:cubicBezTo>
                  <a:cubicBezTo>
                    <a:pt x="13319761" y="3221658"/>
                    <a:pt x="13340080" y="3241978"/>
                    <a:pt x="13341350" y="3243248"/>
                  </a:cubicBezTo>
                  <a:cubicBezTo>
                    <a:pt x="13341350" y="3243248"/>
                    <a:pt x="13356589" y="3268648"/>
                    <a:pt x="13364211" y="3282618"/>
                  </a:cubicBezTo>
                  <a:cubicBezTo>
                    <a:pt x="13373100" y="3295318"/>
                    <a:pt x="13388339" y="3320718"/>
                    <a:pt x="13388339" y="3321988"/>
                  </a:cubicBezTo>
                  <a:cubicBezTo>
                    <a:pt x="13388339" y="3321988"/>
                    <a:pt x="13397230" y="3351198"/>
                    <a:pt x="13402311" y="3365168"/>
                  </a:cubicBezTo>
                  <a:cubicBezTo>
                    <a:pt x="13406120" y="3380408"/>
                    <a:pt x="13415011" y="3408348"/>
                    <a:pt x="13415011" y="3409618"/>
                  </a:cubicBezTo>
                  <a:cubicBezTo>
                    <a:pt x="13415011" y="3409618"/>
                    <a:pt x="13417550" y="3440098"/>
                    <a:pt x="13417550" y="3455338"/>
                  </a:cubicBezTo>
                  <a:cubicBezTo>
                    <a:pt x="13418820" y="3470578"/>
                    <a:pt x="13420089" y="3499788"/>
                    <a:pt x="13420089" y="3501058"/>
                  </a:cubicBezTo>
                  <a:cubicBezTo>
                    <a:pt x="13420089" y="3501058"/>
                    <a:pt x="13415011" y="3530268"/>
                    <a:pt x="13412470" y="3545508"/>
                  </a:cubicBezTo>
                  <a:cubicBezTo>
                    <a:pt x="13409930" y="3560748"/>
                    <a:pt x="13403580" y="3589958"/>
                    <a:pt x="13403580" y="3591228"/>
                  </a:cubicBezTo>
                  <a:cubicBezTo>
                    <a:pt x="13403580" y="3591228"/>
                    <a:pt x="13390880" y="3619168"/>
                    <a:pt x="13384530" y="3633138"/>
                  </a:cubicBezTo>
                  <a:cubicBezTo>
                    <a:pt x="13378180" y="3647108"/>
                    <a:pt x="13366750" y="3673778"/>
                    <a:pt x="13365480" y="3675048"/>
                  </a:cubicBezTo>
                  <a:cubicBezTo>
                    <a:pt x="13365480" y="3675048"/>
                    <a:pt x="13346430" y="3699178"/>
                    <a:pt x="13337539" y="3710608"/>
                  </a:cubicBezTo>
                  <a:cubicBezTo>
                    <a:pt x="13328650" y="3722038"/>
                    <a:pt x="13309600" y="3746168"/>
                    <a:pt x="13309600" y="3746168"/>
                  </a:cubicBezTo>
                  <a:cubicBezTo>
                    <a:pt x="13307061" y="3747438"/>
                    <a:pt x="13148311" y="3855388"/>
                    <a:pt x="13049250" y="3885868"/>
                  </a:cubicBezTo>
                  <a:cubicBezTo>
                    <a:pt x="12933680" y="3921428"/>
                    <a:pt x="12802870" y="3913808"/>
                    <a:pt x="12653010" y="3926508"/>
                  </a:cubicBezTo>
                  <a:cubicBezTo>
                    <a:pt x="12454890" y="3943018"/>
                    <a:pt x="12194540" y="3963338"/>
                    <a:pt x="11968480" y="3970958"/>
                  </a:cubicBezTo>
                  <a:cubicBezTo>
                    <a:pt x="11744960" y="3979848"/>
                    <a:pt x="11507470" y="3967148"/>
                    <a:pt x="11300460" y="3974768"/>
                  </a:cubicBezTo>
                  <a:cubicBezTo>
                    <a:pt x="11122660" y="3981118"/>
                    <a:pt x="10966450" y="4000168"/>
                    <a:pt x="10802620" y="4010328"/>
                  </a:cubicBezTo>
                  <a:cubicBezTo>
                    <a:pt x="10642600" y="4021758"/>
                    <a:pt x="10499090" y="4035728"/>
                    <a:pt x="10330180" y="4038268"/>
                  </a:cubicBezTo>
                  <a:cubicBezTo>
                    <a:pt x="10134600" y="4042078"/>
                    <a:pt x="9886950" y="4029378"/>
                    <a:pt x="9693910" y="4025568"/>
                  </a:cubicBezTo>
                  <a:cubicBezTo>
                    <a:pt x="9532620" y="4023028"/>
                    <a:pt x="9405620" y="4021758"/>
                    <a:pt x="9249410" y="4020488"/>
                  </a:cubicBezTo>
                  <a:cubicBezTo>
                    <a:pt x="9076690" y="4019218"/>
                    <a:pt x="8878570" y="4020488"/>
                    <a:pt x="8702040" y="4019218"/>
                  </a:cubicBezTo>
                  <a:cubicBezTo>
                    <a:pt x="8536940" y="4017948"/>
                    <a:pt x="8393430" y="4014138"/>
                    <a:pt x="8223250" y="4011598"/>
                  </a:cubicBezTo>
                  <a:cubicBezTo>
                    <a:pt x="8028940" y="4010328"/>
                    <a:pt x="7823200" y="4009058"/>
                    <a:pt x="7598410" y="4009058"/>
                  </a:cubicBezTo>
                  <a:cubicBezTo>
                    <a:pt x="7335520" y="4009058"/>
                    <a:pt x="6998970" y="4019218"/>
                    <a:pt x="6742430" y="4012868"/>
                  </a:cubicBezTo>
                  <a:cubicBezTo>
                    <a:pt x="6531610" y="4009058"/>
                    <a:pt x="6360160" y="4000168"/>
                    <a:pt x="6169660" y="3984928"/>
                  </a:cubicBezTo>
                  <a:cubicBezTo>
                    <a:pt x="5977890" y="3969688"/>
                    <a:pt x="5789930" y="3944288"/>
                    <a:pt x="5594350" y="3922698"/>
                  </a:cubicBezTo>
                  <a:cubicBezTo>
                    <a:pt x="5391150" y="3899838"/>
                    <a:pt x="5175250" y="3880788"/>
                    <a:pt x="4972050" y="3850308"/>
                  </a:cubicBezTo>
                  <a:cubicBezTo>
                    <a:pt x="4779010" y="3822368"/>
                    <a:pt x="4504690" y="3857928"/>
                    <a:pt x="4405630" y="3748708"/>
                  </a:cubicBezTo>
                  <a:cubicBezTo>
                    <a:pt x="4310380" y="3645838"/>
                    <a:pt x="4307840" y="3324528"/>
                    <a:pt x="4358640" y="3240708"/>
                  </a:cubicBezTo>
                  <a:cubicBezTo>
                    <a:pt x="4386580" y="3193718"/>
                    <a:pt x="4505960" y="3188638"/>
                    <a:pt x="4503420" y="3179748"/>
                  </a:cubicBezTo>
                  <a:cubicBezTo>
                    <a:pt x="4500880" y="3167048"/>
                    <a:pt x="4179570" y="3217848"/>
                    <a:pt x="4177030" y="3217848"/>
                  </a:cubicBezTo>
                  <a:cubicBezTo>
                    <a:pt x="4177030" y="3217848"/>
                    <a:pt x="4152900" y="3221658"/>
                    <a:pt x="4141470" y="3222928"/>
                  </a:cubicBezTo>
                  <a:cubicBezTo>
                    <a:pt x="4128770" y="3225468"/>
                    <a:pt x="4104640" y="3228008"/>
                    <a:pt x="4104640" y="3228008"/>
                  </a:cubicBezTo>
                  <a:cubicBezTo>
                    <a:pt x="4103370" y="3228008"/>
                    <a:pt x="4079240" y="3226738"/>
                    <a:pt x="4067810" y="3225468"/>
                  </a:cubicBezTo>
                  <a:cubicBezTo>
                    <a:pt x="4055110" y="3224198"/>
                    <a:pt x="4030980" y="3221658"/>
                    <a:pt x="4030980" y="3221658"/>
                  </a:cubicBezTo>
                  <a:cubicBezTo>
                    <a:pt x="4029710" y="3221658"/>
                    <a:pt x="4006850" y="3212768"/>
                    <a:pt x="3995420" y="3208958"/>
                  </a:cubicBezTo>
                  <a:cubicBezTo>
                    <a:pt x="3983990" y="3205148"/>
                    <a:pt x="3961130" y="3197528"/>
                    <a:pt x="3959860" y="3196258"/>
                  </a:cubicBezTo>
                  <a:cubicBezTo>
                    <a:pt x="3959860" y="3196258"/>
                    <a:pt x="3939540" y="3183558"/>
                    <a:pt x="3929380" y="3175938"/>
                  </a:cubicBezTo>
                  <a:cubicBezTo>
                    <a:pt x="3919220" y="3169588"/>
                    <a:pt x="3898900" y="3156888"/>
                    <a:pt x="3898900" y="3155618"/>
                  </a:cubicBezTo>
                  <a:cubicBezTo>
                    <a:pt x="3897630" y="3155618"/>
                    <a:pt x="3881120" y="3137838"/>
                    <a:pt x="3873500" y="3128948"/>
                  </a:cubicBezTo>
                  <a:cubicBezTo>
                    <a:pt x="3864610" y="3120058"/>
                    <a:pt x="3848100" y="3102278"/>
                    <a:pt x="3848100" y="3102278"/>
                  </a:cubicBezTo>
                  <a:cubicBezTo>
                    <a:pt x="3848100" y="3101008"/>
                    <a:pt x="3835400" y="3080688"/>
                    <a:pt x="3830320" y="3069258"/>
                  </a:cubicBezTo>
                  <a:cubicBezTo>
                    <a:pt x="3823970" y="3059098"/>
                    <a:pt x="3812540" y="3037508"/>
                    <a:pt x="3811270" y="3037508"/>
                  </a:cubicBezTo>
                  <a:cubicBezTo>
                    <a:pt x="3811270" y="3036238"/>
                    <a:pt x="3804920" y="3013378"/>
                    <a:pt x="3802380" y="3000678"/>
                  </a:cubicBezTo>
                  <a:cubicBezTo>
                    <a:pt x="3798570" y="2989248"/>
                    <a:pt x="3792220" y="2966388"/>
                    <a:pt x="3792220" y="2965118"/>
                  </a:cubicBezTo>
                  <a:cubicBezTo>
                    <a:pt x="3792220" y="2965118"/>
                    <a:pt x="3792220" y="2940988"/>
                    <a:pt x="3790950" y="2928288"/>
                  </a:cubicBezTo>
                  <a:cubicBezTo>
                    <a:pt x="3790950" y="2915588"/>
                    <a:pt x="3790950" y="2891458"/>
                    <a:pt x="3790950" y="2891458"/>
                  </a:cubicBezTo>
                  <a:cubicBezTo>
                    <a:pt x="3790950" y="2890188"/>
                    <a:pt x="3796030" y="2867328"/>
                    <a:pt x="3798570" y="2854628"/>
                  </a:cubicBezTo>
                  <a:cubicBezTo>
                    <a:pt x="3801110" y="2843198"/>
                    <a:pt x="3806190" y="2819068"/>
                    <a:pt x="3806190" y="2819068"/>
                  </a:cubicBezTo>
                  <a:cubicBezTo>
                    <a:pt x="3806190" y="2817798"/>
                    <a:pt x="3817620" y="2796208"/>
                    <a:pt x="3822700" y="2786048"/>
                  </a:cubicBezTo>
                  <a:cubicBezTo>
                    <a:pt x="3827780" y="2774618"/>
                    <a:pt x="3839210" y="2753028"/>
                    <a:pt x="3839210" y="2751758"/>
                  </a:cubicBezTo>
                  <a:cubicBezTo>
                    <a:pt x="3839210" y="2751758"/>
                    <a:pt x="3860800" y="2733978"/>
                    <a:pt x="3859530" y="2728898"/>
                  </a:cubicBezTo>
                  <a:cubicBezTo>
                    <a:pt x="3858260" y="2723818"/>
                    <a:pt x="3835400" y="2721278"/>
                    <a:pt x="3835400" y="2721278"/>
                  </a:cubicBezTo>
                  <a:cubicBezTo>
                    <a:pt x="3834130" y="2721278"/>
                    <a:pt x="3812540" y="2708578"/>
                    <a:pt x="3802380" y="2700958"/>
                  </a:cubicBezTo>
                  <a:cubicBezTo>
                    <a:pt x="3790950" y="2694608"/>
                    <a:pt x="3769360" y="2681908"/>
                    <a:pt x="3769360" y="2681908"/>
                  </a:cubicBezTo>
                  <a:cubicBezTo>
                    <a:pt x="3768090" y="2681908"/>
                    <a:pt x="3750310" y="2664128"/>
                    <a:pt x="3741420" y="2655238"/>
                  </a:cubicBezTo>
                  <a:cubicBezTo>
                    <a:pt x="3732530" y="2646348"/>
                    <a:pt x="3714750" y="2628568"/>
                    <a:pt x="3713480" y="2628568"/>
                  </a:cubicBezTo>
                  <a:cubicBezTo>
                    <a:pt x="3713480" y="2627298"/>
                    <a:pt x="3700780" y="2605708"/>
                    <a:pt x="3693160" y="2595548"/>
                  </a:cubicBezTo>
                  <a:cubicBezTo>
                    <a:pt x="3686810" y="2584118"/>
                    <a:pt x="3674110" y="2562528"/>
                    <a:pt x="3674110" y="2562528"/>
                  </a:cubicBezTo>
                  <a:cubicBezTo>
                    <a:pt x="3672840" y="2562528"/>
                    <a:pt x="3665220" y="2538398"/>
                    <a:pt x="3661410" y="2525698"/>
                  </a:cubicBezTo>
                  <a:cubicBezTo>
                    <a:pt x="3657600" y="2514268"/>
                    <a:pt x="3649980" y="2490138"/>
                    <a:pt x="3649980" y="2488868"/>
                  </a:cubicBezTo>
                  <a:cubicBezTo>
                    <a:pt x="3649980" y="2488868"/>
                    <a:pt x="3652520" y="2468548"/>
                    <a:pt x="3648710" y="2464738"/>
                  </a:cubicBezTo>
                  <a:cubicBezTo>
                    <a:pt x="3642360" y="2460928"/>
                    <a:pt x="3633470" y="2471088"/>
                    <a:pt x="3615690" y="2472358"/>
                  </a:cubicBezTo>
                  <a:cubicBezTo>
                    <a:pt x="3538220" y="2474898"/>
                    <a:pt x="2995930" y="2378378"/>
                    <a:pt x="2992120" y="2378378"/>
                  </a:cubicBezTo>
                  <a:cubicBezTo>
                    <a:pt x="2992120" y="2378378"/>
                    <a:pt x="2967990" y="2387268"/>
                    <a:pt x="2956560" y="2391078"/>
                  </a:cubicBezTo>
                  <a:cubicBezTo>
                    <a:pt x="2943860" y="2396158"/>
                    <a:pt x="2921000" y="2403778"/>
                    <a:pt x="2919730" y="2405048"/>
                  </a:cubicBezTo>
                  <a:cubicBezTo>
                    <a:pt x="2919730" y="2405048"/>
                    <a:pt x="2894330" y="2406318"/>
                    <a:pt x="2881630" y="2407588"/>
                  </a:cubicBezTo>
                  <a:cubicBezTo>
                    <a:pt x="2868930" y="2408858"/>
                    <a:pt x="2843530" y="2411398"/>
                    <a:pt x="2843530" y="2411398"/>
                  </a:cubicBezTo>
                  <a:cubicBezTo>
                    <a:pt x="2842260" y="2411398"/>
                    <a:pt x="2818130" y="2408858"/>
                    <a:pt x="2805430" y="2406318"/>
                  </a:cubicBezTo>
                  <a:cubicBezTo>
                    <a:pt x="2792730" y="2405048"/>
                    <a:pt x="2767330" y="2401238"/>
                    <a:pt x="2767330" y="2401238"/>
                  </a:cubicBezTo>
                  <a:cubicBezTo>
                    <a:pt x="2766060" y="2401238"/>
                    <a:pt x="2743200" y="2391078"/>
                    <a:pt x="2730500" y="2385998"/>
                  </a:cubicBezTo>
                  <a:cubicBezTo>
                    <a:pt x="2719070" y="2382188"/>
                    <a:pt x="2696210" y="2372028"/>
                    <a:pt x="2694940" y="2372028"/>
                  </a:cubicBezTo>
                  <a:cubicBezTo>
                    <a:pt x="2694940" y="2372028"/>
                    <a:pt x="2674620" y="2356788"/>
                    <a:pt x="2664460" y="2349168"/>
                  </a:cubicBezTo>
                  <a:cubicBezTo>
                    <a:pt x="2653030" y="2341548"/>
                    <a:pt x="2632710" y="2327578"/>
                    <a:pt x="2632710" y="2326308"/>
                  </a:cubicBezTo>
                  <a:cubicBezTo>
                    <a:pt x="2632710" y="2326308"/>
                    <a:pt x="2623820" y="2305988"/>
                    <a:pt x="2614930" y="2304718"/>
                  </a:cubicBezTo>
                  <a:cubicBezTo>
                    <a:pt x="2586990" y="2304718"/>
                    <a:pt x="2446020" y="2492678"/>
                    <a:pt x="2446020" y="2493948"/>
                  </a:cubicBezTo>
                  <a:cubicBezTo>
                    <a:pt x="2444750" y="2493948"/>
                    <a:pt x="2421890" y="2514268"/>
                    <a:pt x="2409190" y="2524428"/>
                  </a:cubicBezTo>
                  <a:cubicBezTo>
                    <a:pt x="2397760" y="2534588"/>
                    <a:pt x="2373630" y="2553638"/>
                    <a:pt x="2373630" y="2554908"/>
                  </a:cubicBezTo>
                  <a:cubicBezTo>
                    <a:pt x="2372360" y="2554908"/>
                    <a:pt x="2372360" y="2554908"/>
                    <a:pt x="2372360" y="2554908"/>
                  </a:cubicBezTo>
                  <a:cubicBezTo>
                    <a:pt x="2372360" y="2554908"/>
                    <a:pt x="2344420" y="2567608"/>
                    <a:pt x="2330450" y="2575228"/>
                  </a:cubicBezTo>
                  <a:cubicBezTo>
                    <a:pt x="2316480" y="2581578"/>
                    <a:pt x="2288540" y="2595548"/>
                    <a:pt x="2287270" y="2595548"/>
                  </a:cubicBezTo>
                  <a:cubicBezTo>
                    <a:pt x="2287270" y="2595548"/>
                    <a:pt x="2256790" y="2603168"/>
                    <a:pt x="2241550" y="2605708"/>
                  </a:cubicBezTo>
                  <a:cubicBezTo>
                    <a:pt x="2226310" y="2609518"/>
                    <a:pt x="2195830" y="2615868"/>
                    <a:pt x="2195830" y="2615868"/>
                  </a:cubicBezTo>
                  <a:cubicBezTo>
                    <a:pt x="2194560" y="2615868"/>
                    <a:pt x="2164080" y="2614598"/>
                    <a:pt x="2147570" y="2614598"/>
                  </a:cubicBezTo>
                  <a:cubicBezTo>
                    <a:pt x="2132330" y="2614598"/>
                    <a:pt x="2100580" y="2613328"/>
                    <a:pt x="2100580" y="2613328"/>
                  </a:cubicBezTo>
                  <a:cubicBezTo>
                    <a:pt x="2099310" y="2613328"/>
                    <a:pt x="2070100" y="2604438"/>
                    <a:pt x="2054860" y="2600628"/>
                  </a:cubicBezTo>
                  <a:cubicBezTo>
                    <a:pt x="2039620" y="2596818"/>
                    <a:pt x="2010410" y="2587928"/>
                    <a:pt x="2009140" y="2587928"/>
                  </a:cubicBezTo>
                  <a:cubicBezTo>
                    <a:pt x="2009140" y="2587928"/>
                    <a:pt x="1981200" y="2572688"/>
                    <a:pt x="1968500" y="2565068"/>
                  </a:cubicBezTo>
                  <a:cubicBezTo>
                    <a:pt x="1954530" y="2556178"/>
                    <a:pt x="1926590" y="2542208"/>
                    <a:pt x="1926590" y="2540938"/>
                  </a:cubicBezTo>
                  <a:cubicBezTo>
                    <a:pt x="1926590" y="2540938"/>
                    <a:pt x="1920240" y="2529508"/>
                    <a:pt x="1910080" y="2525698"/>
                  </a:cubicBezTo>
                  <a:cubicBezTo>
                    <a:pt x="1875790" y="2514268"/>
                    <a:pt x="1685290" y="2525698"/>
                    <a:pt x="1642110" y="2544748"/>
                  </a:cubicBezTo>
                  <a:cubicBezTo>
                    <a:pt x="1624330" y="2552368"/>
                    <a:pt x="1612900" y="2575228"/>
                    <a:pt x="1611630" y="2575228"/>
                  </a:cubicBezTo>
                  <a:cubicBezTo>
                    <a:pt x="1611630" y="2575228"/>
                    <a:pt x="1583690" y="2593008"/>
                    <a:pt x="1568450" y="2600628"/>
                  </a:cubicBezTo>
                  <a:cubicBezTo>
                    <a:pt x="1554480" y="2609518"/>
                    <a:pt x="1526540" y="2627298"/>
                    <a:pt x="1526540" y="2627298"/>
                  </a:cubicBezTo>
                  <a:cubicBezTo>
                    <a:pt x="1525270" y="2627298"/>
                    <a:pt x="1494790" y="2637458"/>
                    <a:pt x="1478280" y="2641268"/>
                  </a:cubicBezTo>
                  <a:cubicBezTo>
                    <a:pt x="1463040" y="2646348"/>
                    <a:pt x="1431290" y="2656508"/>
                    <a:pt x="1431290" y="2656508"/>
                  </a:cubicBezTo>
                  <a:cubicBezTo>
                    <a:pt x="1430020" y="2656508"/>
                    <a:pt x="1397000" y="2659048"/>
                    <a:pt x="1380490" y="2660318"/>
                  </a:cubicBezTo>
                  <a:cubicBezTo>
                    <a:pt x="1363980" y="2660318"/>
                    <a:pt x="1332230" y="2662858"/>
                    <a:pt x="1330960" y="2662858"/>
                  </a:cubicBezTo>
                  <a:cubicBezTo>
                    <a:pt x="1330960" y="2662858"/>
                    <a:pt x="1297940" y="2656508"/>
                    <a:pt x="1281430" y="2653968"/>
                  </a:cubicBezTo>
                  <a:cubicBezTo>
                    <a:pt x="1264920" y="2650158"/>
                    <a:pt x="1233170" y="2645078"/>
                    <a:pt x="1233170" y="2645078"/>
                  </a:cubicBezTo>
                  <a:cubicBezTo>
                    <a:pt x="1231900" y="2645078"/>
                    <a:pt x="1202690" y="2631108"/>
                    <a:pt x="1187450" y="2624758"/>
                  </a:cubicBezTo>
                  <a:cubicBezTo>
                    <a:pt x="1172210" y="2617138"/>
                    <a:pt x="1141730" y="2604438"/>
                    <a:pt x="1141730" y="2603168"/>
                  </a:cubicBezTo>
                  <a:cubicBezTo>
                    <a:pt x="1140460" y="2603168"/>
                    <a:pt x="1115060" y="2582848"/>
                    <a:pt x="1102360" y="2572688"/>
                  </a:cubicBezTo>
                  <a:cubicBezTo>
                    <a:pt x="1089660" y="2562528"/>
                    <a:pt x="1062990" y="2542208"/>
                    <a:pt x="1062990" y="2542208"/>
                  </a:cubicBezTo>
                  <a:cubicBezTo>
                    <a:pt x="1062990" y="2540938"/>
                    <a:pt x="1042670" y="2515538"/>
                    <a:pt x="1032510" y="2502838"/>
                  </a:cubicBezTo>
                  <a:cubicBezTo>
                    <a:pt x="1022350" y="2488868"/>
                    <a:pt x="1002030" y="2463468"/>
                    <a:pt x="1000760" y="2463468"/>
                  </a:cubicBezTo>
                  <a:cubicBezTo>
                    <a:pt x="1000760" y="2462198"/>
                    <a:pt x="988060" y="2432988"/>
                    <a:pt x="980440" y="2417748"/>
                  </a:cubicBezTo>
                  <a:cubicBezTo>
                    <a:pt x="974090" y="2402508"/>
                    <a:pt x="960120" y="2373298"/>
                    <a:pt x="960120" y="2372028"/>
                  </a:cubicBezTo>
                  <a:cubicBezTo>
                    <a:pt x="960120" y="2372028"/>
                    <a:pt x="953770" y="2339008"/>
                    <a:pt x="951230" y="2322498"/>
                  </a:cubicBezTo>
                  <a:cubicBezTo>
                    <a:pt x="948690" y="2307258"/>
                    <a:pt x="947420" y="2279318"/>
                    <a:pt x="942340" y="2274238"/>
                  </a:cubicBezTo>
                  <a:cubicBezTo>
                    <a:pt x="941070" y="2272968"/>
                    <a:pt x="939800" y="2275508"/>
                    <a:pt x="935990" y="2274238"/>
                  </a:cubicBezTo>
                  <a:cubicBezTo>
                    <a:pt x="899160" y="2272968"/>
                    <a:pt x="401320" y="2220898"/>
                    <a:pt x="400050" y="2220898"/>
                  </a:cubicBezTo>
                  <a:cubicBezTo>
                    <a:pt x="400050" y="2220898"/>
                    <a:pt x="400050" y="2220898"/>
                    <a:pt x="400050" y="2222168"/>
                  </a:cubicBezTo>
                  <a:cubicBezTo>
                    <a:pt x="398780" y="2222168"/>
                    <a:pt x="374650" y="2225978"/>
                    <a:pt x="363220" y="2227248"/>
                  </a:cubicBezTo>
                  <a:cubicBezTo>
                    <a:pt x="350520" y="2229788"/>
                    <a:pt x="326390" y="2233598"/>
                    <a:pt x="325120" y="2233598"/>
                  </a:cubicBezTo>
                  <a:cubicBezTo>
                    <a:pt x="325120" y="2233598"/>
                    <a:pt x="300990" y="2232328"/>
                    <a:pt x="288290" y="2231058"/>
                  </a:cubicBezTo>
                  <a:cubicBezTo>
                    <a:pt x="275590" y="2231058"/>
                    <a:pt x="251460" y="2228518"/>
                    <a:pt x="250190" y="2228518"/>
                  </a:cubicBezTo>
                  <a:cubicBezTo>
                    <a:pt x="250190" y="2228518"/>
                    <a:pt x="227330" y="2220898"/>
                    <a:pt x="214630" y="2217088"/>
                  </a:cubicBezTo>
                  <a:cubicBezTo>
                    <a:pt x="203200" y="2213278"/>
                    <a:pt x="180340" y="2205658"/>
                    <a:pt x="179070" y="2205658"/>
                  </a:cubicBezTo>
                  <a:cubicBezTo>
                    <a:pt x="179070" y="2205658"/>
                    <a:pt x="157480" y="2192958"/>
                    <a:pt x="147320" y="2185338"/>
                  </a:cubicBezTo>
                  <a:cubicBezTo>
                    <a:pt x="137160" y="2178988"/>
                    <a:pt x="115570" y="2166288"/>
                    <a:pt x="115570" y="2166288"/>
                  </a:cubicBezTo>
                  <a:cubicBezTo>
                    <a:pt x="115570" y="2166288"/>
                    <a:pt x="97790" y="2148508"/>
                    <a:pt x="88900" y="2139618"/>
                  </a:cubicBezTo>
                  <a:cubicBezTo>
                    <a:pt x="80010" y="2130728"/>
                    <a:pt x="63500" y="2112948"/>
                    <a:pt x="63500" y="2111678"/>
                  </a:cubicBezTo>
                  <a:cubicBezTo>
                    <a:pt x="62230" y="2111678"/>
                    <a:pt x="50800" y="2090088"/>
                    <a:pt x="44450" y="2079928"/>
                  </a:cubicBezTo>
                  <a:cubicBezTo>
                    <a:pt x="38100" y="2069768"/>
                    <a:pt x="25400" y="2048178"/>
                    <a:pt x="25400" y="2048178"/>
                  </a:cubicBezTo>
                  <a:cubicBezTo>
                    <a:pt x="25400" y="2046908"/>
                    <a:pt x="17780" y="2024048"/>
                    <a:pt x="13970" y="2011348"/>
                  </a:cubicBezTo>
                  <a:cubicBezTo>
                    <a:pt x="10160" y="1999918"/>
                    <a:pt x="3810" y="1975788"/>
                    <a:pt x="3810" y="1975788"/>
                  </a:cubicBezTo>
                  <a:cubicBezTo>
                    <a:pt x="3810" y="1974518"/>
                    <a:pt x="2540" y="1950388"/>
                    <a:pt x="1270" y="1937688"/>
                  </a:cubicBezTo>
                  <a:cubicBezTo>
                    <a:pt x="1270" y="1924988"/>
                    <a:pt x="0" y="1900858"/>
                    <a:pt x="0" y="1900858"/>
                  </a:cubicBezTo>
                  <a:moveTo>
                    <a:pt x="7781290" y="3362628"/>
                  </a:moveTo>
                  <a:cubicBezTo>
                    <a:pt x="8182610" y="3363898"/>
                    <a:pt x="8181340" y="3360088"/>
                    <a:pt x="8183880" y="3355008"/>
                  </a:cubicBezTo>
                  <a:cubicBezTo>
                    <a:pt x="8187690" y="3346118"/>
                    <a:pt x="8191500" y="3329608"/>
                    <a:pt x="8196580" y="3320718"/>
                  </a:cubicBezTo>
                  <a:cubicBezTo>
                    <a:pt x="8200390" y="3315638"/>
                    <a:pt x="8204200" y="3313098"/>
                    <a:pt x="8208010" y="3308018"/>
                  </a:cubicBezTo>
                  <a:cubicBezTo>
                    <a:pt x="8210550" y="3302938"/>
                    <a:pt x="8211820" y="3296588"/>
                    <a:pt x="8215630" y="3291508"/>
                  </a:cubicBezTo>
                  <a:cubicBezTo>
                    <a:pt x="8221980" y="3283888"/>
                    <a:pt x="8241030" y="3272458"/>
                    <a:pt x="8239760" y="3268648"/>
                  </a:cubicBezTo>
                  <a:cubicBezTo>
                    <a:pt x="8237220" y="3263568"/>
                    <a:pt x="8201660" y="3273728"/>
                    <a:pt x="8168640" y="3278808"/>
                  </a:cubicBezTo>
                  <a:cubicBezTo>
                    <a:pt x="8089900" y="3292778"/>
                    <a:pt x="7781290" y="3362628"/>
                    <a:pt x="7781290" y="3362628"/>
                  </a:cubicBezTo>
                </a:path>
              </a:pathLst>
            </a:custGeom>
            <a:solidFill>
              <a:srgbClr val="F9F9F9"/>
            </a:solidFill>
            <a:ln cap="sq">
              <a:noFill/>
              <a:prstDash val="solid"/>
              <a:miter/>
            </a:ln>
          </p:spPr>
        </p:sp>
      </p:grpSp>
      <p:grpSp>
        <p:nvGrpSpPr>
          <p:cNvPr name="Group 25" id="25"/>
          <p:cNvGrpSpPr/>
          <p:nvPr/>
        </p:nvGrpSpPr>
        <p:grpSpPr>
          <a:xfrm rot="0">
            <a:off x="3972878" y="5686425"/>
            <a:ext cx="633412" cy="633412"/>
            <a:chOff x="0" y="0"/>
            <a:chExt cx="844550" cy="844550"/>
          </a:xfrm>
        </p:grpSpPr>
        <p:sp>
          <p:nvSpPr>
            <p:cNvPr name="Freeform 26" id="26"/>
            <p:cNvSpPr/>
            <p:nvPr/>
          </p:nvSpPr>
          <p:spPr>
            <a:xfrm flipH="false" flipV="false" rot="0">
              <a:off x="50453" y="44302"/>
              <a:ext cx="733137" cy="748847"/>
            </a:xfrm>
            <a:custGeom>
              <a:avLst/>
              <a:gdLst/>
              <a:ahLst/>
              <a:cxnLst/>
              <a:rect r="r" b="b" t="t" l="l"/>
              <a:pathLst>
                <a:path h="748847" w="733137">
                  <a:moveTo>
                    <a:pt x="733137" y="263038"/>
                  </a:moveTo>
                  <a:cubicBezTo>
                    <a:pt x="733137" y="499258"/>
                    <a:pt x="705197" y="560218"/>
                    <a:pt x="669637" y="605938"/>
                  </a:cubicBezTo>
                  <a:cubicBezTo>
                    <a:pt x="634077" y="651658"/>
                    <a:pt x="582007" y="692298"/>
                    <a:pt x="528667" y="716428"/>
                  </a:cubicBezTo>
                  <a:cubicBezTo>
                    <a:pt x="475327" y="739288"/>
                    <a:pt x="410557" y="751988"/>
                    <a:pt x="352137" y="748178"/>
                  </a:cubicBezTo>
                  <a:cubicBezTo>
                    <a:pt x="293717" y="744368"/>
                    <a:pt x="230217" y="725318"/>
                    <a:pt x="180687" y="694838"/>
                  </a:cubicBezTo>
                  <a:cubicBezTo>
                    <a:pt x="131157" y="664358"/>
                    <a:pt x="84167" y="617368"/>
                    <a:pt x="53687" y="567838"/>
                  </a:cubicBezTo>
                  <a:cubicBezTo>
                    <a:pt x="24477" y="518308"/>
                    <a:pt x="4157" y="454808"/>
                    <a:pt x="347" y="396388"/>
                  </a:cubicBezTo>
                  <a:cubicBezTo>
                    <a:pt x="-2193" y="339238"/>
                    <a:pt x="9237" y="273198"/>
                    <a:pt x="33367" y="221128"/>
                  </a:cubicBezTo>
                  <a:cubicBezTo>
                    <a:pt x="57497" y="167788"/>
                    <a:pt x="98137" y="115718"/>
                    <a:pt x="143857" y="78888"/>
                  </a:cubicBezTo>
                  <a:cubicBezTo>
                    <a:pt x="189577" y="43328"/>
                    <a:pt x="250537" y="16658"/>
                    <a:pt x="307687" y="6498"/>
                  </a:cubicBezTo>
                  <a:cubicBezTo>
                    <a:pt x="364837" y="-4932"/>
                    <a:pt x="430877" y="-1122"/>
                    <a:pt x="486757" y="16658"/>
                  </a:cubicBezTo>
                  <a:cubicBezTo>
                    <a:pt x="541367" y="34438"/>
                    <a:pt x="640427" y="109368"/>
                    <a:pt x="640427" y="109368"/>
                  </a:cubicBezTo>
                </a:path>
              </a:pathLst>
            </a:custGeom>
            <a:solidFill>
              <a:srgbClr val="F9F9F9"/>
            </a:solidFill>
            <a:ln cap="sq">
              <a:noFill/>
              <a:prstDash val="solid"/>
              <a:miter/>
            </a:ln>
          </p:spPr>
        </p:sp>
      </p:grpSp>
      <p:sp>
        <p:nvSpPr>
          <p:cNvPr name="TextBox 27" id="27"/>
          <p:cNvSpPr txBox="true"/>
          <p:nvPr/>
        </p:nvSpPr>
        <p:spPr>
          <a:xfrm rot="0">
            <a:off x="4584421" y="1250331"/>
            <a:ext cx="9196792" cy="976617"/>
          </a:xfrm>
          <a:prstGeom prst="rect">
            <a:avLst/>
          </a:prstGeom>
        </p:spPr>
        <p:txBody>
          <a:bodyPr anchor="t" rtlCol="false" tIns="0" lIns="0" bIns="0" rIns="0">
            <a:spAutoFit/>
          </a:bodyPr>
          <a:lstStyle/>
          <a:p>
            <a:pPr algn="ctr">
              <a:lnSpc>
                <a:spcPts val="8084"/>
              </a:lnSpc>
              <a:spcBef>
                <a:spcPct val="0"/>
              </a:spcBef>
            </a:pPr>
            <a:r>
              <a:rPr lang="en-US" sz="5774">
                <a:solidFill>
                  <a:srgbClr val="0C4D0F"/>
                </a:solidFill>
                <a:latin typeface="Magnolia Script"/>
                <a:ea typeface="Magnolia Script"/>
                <a:cs typeface="Magnolia Script"/>
                <a:sym typeface="Magnolia Script"/>
              </a:rPr>
              <a:t>Future Sc</a:t>
            </a:r>
            <a:r>
              <a:rPr lang="en-US" sz="5774">
                <a:solidFill>
                  <a:srgbClr val="0C4D0F"/>
                </a:solidFill>
                <a:latin typeface="Magnolia Script"/>
                <a:ea typeface="Magnolia Script"/>
                <a:cs typeface="Magnolia Script"/>
                <a:sym typeface="Magnolia Script"/>
              </a:rPr>
              <a:t>op</a:t>
            </a:r>
            <a:r>
              <a:rPr lang="en-US" sz="5774">
                <a:solidFill>
                  <a:srgbClr val="0C4D0F"/>
                </a:solidFill>
                <a:latin typeface="Magnolia Script"/>
                <a:ea typeface="Magnolia Script"/>
                <a:cs typeface="Magnolia Script"/>
                <a:sym typeface="Magnolia Script"/>
              </a:rPr>
              <a:t>e &amp; Conclusion</a:t>
            </a:r>
          </a:p>
        </p:txBody>
      </p:sp>
      <p:grpSp>
        <p:nvGrpSpPr>
          <p:cNvPr name="Group 28" id="28"/>
          <p:cNvGrpSpPr/>
          <p:nvPr/>
        </p:nvGrpSpPr>
        <p:grpSpPr>
          <a:xfrm rot="0">
            <a:off x="1614772" y="2649601"/>
            <a:ext cx="15119292" cy="3670237"/>
            <a:chOff x="0" y="0"/>
            <a:chExt cx="3982036" cy="966647"/>
          </a:xfrm>
        </p:grpSpPr>
        <p:sp>
          <p:nvSpPr>
            <p:cNvPr name="Freeform 29" id="29"/>
            <p:cNvSpPr/>
            <p:nvPr/>
          </p:nvSpPr>
          <p:spPr>
            <a:xfrm flipH="false" flipV="false" rot="0">
              <a:off x="0" y="0"/>
              <a:ext cx="3982036" cy="966647"/>
            </a:xfrm>
            <a:custGeom>
              <a:avLst/>
              <a:gdLst/>
              <a:ahLst/>
              <a:cxnLst/>
              <a:rect r="r" b="b" t="t" l="l"/>
              <a:pathLst>
                <a:path h="966647" w="3982036">
                  <a:moveTo>
                    <a:pt x="26115" y="0"/>
                  </a:moveTo>
                  <a:lnTo>
                    <a:pt x="3955921" y="0"/>
                  </a:lnTo>
                  <a:cubicBezTo>
                    <a:pt x="3970344" y="0"/>
                    <a:pt x="3982036" y="11692"/>
                    <a:pt x="3982036" y="26115"/>
                  </a:cubicBezTo>
                  <a:lnTo>
                    <a:pt x="3982036" y="940532"/>
                  </a:lnTo>
                  <a:cubicBezTo>
                    <a:pt x="3982036" y="954955"/>
                    <a:pt x="3970344" y="966647"/>
                    <a:pt x="3955921" y="966647"/>
                  </a:cubicBezTo>
                  <a:lnTo>
                    <a:pt x="26115" y="966647"/>
                  </a:lnTo>
                  <a:cubicBezTo>
                    <a:pt x="11692" y="966647"/>
                    <a:pt x="0" y="954955"/>
                    <a:pt x="0" y="940532"/>
                  </a:cubicBezTo>
                  <a:lnTo>
                    <a:pt x="0" y="26115"/>
                  </a:lnTo>
                  <a:cubicBezTo>
                    <a:pt x="0" y="11692"/>
                    <a:pt x="11692" y="0"/>
                    <a:pt x="26115" y="0"/>
                  </a:cubicBezTo>
                  <a:close/>
                </a:path>
              </a:pathLst>
            </a:custGeom>
            <a:solidFill>
              <a:srgbClr val="BCF4B8"/>
            </a:solidFill>
          </p:spPr>
        </p:sp>
        <p:sp>
          <p:nvSpPr>
            <p:cNvPr name="TextBox 30" id="30"/>
            <p:cNvSpPr txBox="true"/>
            <p:nvPr/>
          </p:nvSpPr>
          <p:spPr>
            <a:xfrm>
              <a:off x="0" y="-47625"/>
              <a:ext cx="3982036" cy="1014272"/>
            </a:xfrm>
            <a:prstGeom prst="rect">
              <a:avLst/>
            </a:prstGeom>
          </p:spPr>
          <p:txBody>
            <a:bodyPr anchor="ctr" rtlCol="false" tIns="50800" lIns="50800" bIns="50800" rIns="50800"/>
            <a:lstStyle/>
            <a:p>
              <a:pPr algn="ctr">
                <a:lnSpc>
                  <a:spcPts val="3499"/>
                </a:lnSpc>
              </a:pPr>
            </a:p>
          </p:txBody>
        </p:sp>
      </p:grpSp>
      <p:grpSp>
        <p:nvGrpSpPr>
          <p:cNvPr name="Group 31" id="31"/>
          <p:cNvGrpSpPr/>
          <p:nvPr/>
        </p:nvGrpSpPr>
        <p:grpSpPr>
          <a:xfrm rot="0">
            <a:off x="1631571" y="6562629"/>
            <a:ext cx="15119292" cy="2695671"/>
            <a:chOff x="0" y="0"/>
            <a:chExt cx="3982036" cy="709971"/>
          </a:xfrm>
        </p:grpSpPr>
        <p:sp>
          <p:nvSpPr>
            <p:cNvPr name="Freeform 32" id="32"/>
            <p:cNvSpPr/>
            <p:nvPr/>
          </p:nvSpPr>
          <p:spPr>
            <a:xfrm flipH="false" flipV="false" rot="0">
              <a:off x="0" y="0"/>
              <a:ext cx="3982036" cy="709971"/>
            </a:xfrm>
            <a:custGeom>
              <a:avLst/>
              <a:gdLst/>
              <a:ahLst/>
              <a:cxnLst/>
              <a:rect r="r" b="b" t="t" l="l"/>
              <a:pathLst>
                <a:path h="709971" w="3982036">
                  <a:moveTo>
                    <a:pt x="26115" y="0"/>
                  </a:moveTo>
                  <a:lnTo>
                    <a:pt x="3955921" y="0"/>
                  </a:lnTo>
                  <a:cubicBezTo>
                    <a:pt x="3970344" y="0"/>
                    <a:pt x="3982036" y="11692"/>
                    <a:pt x="3982036" y="26115"/>
                  </a:cubicBezTo>
                  <a:lnTo>
                    <a:pt x="3982036" y="683856"/>
                  </a:lnTo>
                  <a:cubicBezTo>
                    <a:pt x="3982036" y="698279"/>
                    <a:pt x="3970344" y="709971"/>
                    <a:pt x="3955921" y="709971"/>
                  </a:cubicBezTo>
                  <a:lnTo>
                    <a:pt x="26115" y="709971"/>
                  </a:lnTo>
                  <a:cubicBezTo>
                    <a:pt x="11692" y="709971"/>
                    <a:pt x="0" y="698279"/>
                    <a:pt x="0" y="683856"/>
                  </a:cubicBezTo>
                  <a:lnTo>
                    <a:pt x="0" y="26115"/>
                  </a:lnTo>
                  <a:cubicBezTo>
                    <a:pt x="0" y="11692"/>
                    <a:pt x="11692" y="0"/>
                    <a:pt x="26115" y="0"/>
                  </a:cubicBezTo>
                  <a:close/>
                </a:path>
              </a:pathLst>
            </a:custGeom>
            <a:solidFill>
              <a:srgbClr val="BCF4B8"/>
            </a:solidFill>
          </p:spPr>
        </p:sp>
        <p:sp>
          <p:nvSpPr>
            <p:cNvPr name="TextBox 33" id="33"/>
            <p:cNvSpPr txBox="true"/>
            <p:nvPr/>
          </p:nvSpPr>
          <p:spPr>
            <a:xfrm>
              <a:off x="0" y="-47625"/>
              <a:ext cx="3982036" cy="757596"/>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1909252" y="2831495"/>
            <a:ext cx="14377586" cy="3521584"/>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F</a:t>
            </a:r>
            <a:r>
              <a:rPr lang="en-US" sz="3029">
                <a:solidFill>
                  <a:srgbClr val="0C4D0F"/>
                </a:solidFill>
                <a:latin typeface="Magnolia Script"/>
                <a:ea typeface="Magnolia Script"/>
                <a:cs typeface="Magnolia Script"/>
                <a:sym typeface="Magnolia Script"/>
              </a:rPr>
              <a:t>uture Scope</a:t>
            </a:r>
          </a:p>
          <a:p>
            <a:pPr algn="l">
              <a:lnSpc>
                <a:spcPts val="3401"/>
              </a:lnSpc>
            </a:pPr>
            <a:r>
              <a:rPr lang="en-US" sz="2429">
                <a:solidFill>
                  <a:srgbClr val="0C4D0F"/>
                </a:solidFill>
                <a:latin typeface="Magnolia Script"/>
                <a:ea typeface="Magnolia Script"/>
                <a:cs typeface="Magnolia Script"/>
                <a:sym typeface="Magnolia Script"/>
              </a:rPr>
              <a:t>AI/ML-based diet recommendations</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 Intelligent algorithms can be used to analyze user health data and food habits to provide more accurate and personalized diet suggestions.</a:t>
            </a:r>
          </a:p>
          <a:p>
            <a:pPr algn="l">
              <a:lnSpc>
                <a:spcPts val="3401"/>
              </a:lnSpc>
            </a:pPr>
            <a:r>
              <a:rPr lang="en-US" sz="2429">
                <a:solidFill>
                  <a:srgbClr val="0C4D0F"/>
                </a:solidFill>
                <a:latin typeface="Magnolia Script"/>
                <a:ea typeface="Magnolia Script"/>
                <a:cs typeface="Magnolia Script"/>
                <a:sym typeface="Magnolia Script"/>
              </a:rPr>
              <a:t>Mobile application development</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The platform can be extended into a mobile app for easier access, real-time barcode scanning, and better user engagement.</a:t>
            </a:r>
          </a:p>
          <a:p>
            <a:pPr algn="l">
              <a:lnSpc>
                <a:spcPts val="3401"/>
              </a:lnSpc>
            </a:pPr>
          </a:p>
        </p:txBody>
      </p:sp>
      <p:sp>
        <p:nvSpPr>
          <p:cNvPr name="TextBox 35" id="35"/>
          <p:cNvSpPr txBox="true"/>
          <p:nvPr/>
        </p:nvSpPr>
        <p:spPr>
          <a:xfrm rot="0">
            <a:off x="2002424" y="6737985"/>
            <a:ext cx="14377586" cy="2235709"/>
          </a:xfrm>
          <a:prstGeom prst="rect">
            <a:avLst/>
          </a:prstGeom>
        </p:spPr>
        <p:txBody>
          <a:bodyPr anchor="t" rtlCol="false" tIns="0" lIns="0" bIns="0" rIns="0">
            <a:spAutoFit/>
          </a:bodyPr>
          <a:lstStyle/>
          <a:p>
            <a:pPr algn="l">
              <a:lnSpc>
                <a:spcPts val="4241"/>
              </a:lnSpc>
            </a:pPr>
            <a:r>
              <a:rPr lang="en-US" sz="3029">
                <a:solidFill>
                  <a:srgbClr val="0C4D0F"/>
                </a:solidFill>
                <a:latin typeface="Magnolia Script"/>
                <a:ea typeface="Magnolia Script"/>
                <a:cs typeface="Magnolia Script"/>
                <a:sym typeface="Magnolia Script"/>
              </a:rPr>
              <a:t>Conc</a:t>
            </a:r>
            <a:r>
              <a:rPr lang="en-US" sz="3029">
                <a:solidFill>
                  <a:srgbClr val="0C4D0F"/>
                </a:solidFill>
                <a:latin typeface="Magnolia Script"/>
                <a:ea typeface="Magnolia Script"/>
                <a:cs typeface="Magnolia Script"/>
                <a:sym typeface="Magnolia Script"/>
              </a:rPr>
              <a:t>lusion</a:t>
            </a:r>
          </a:p>
          <a:p>
            <a:pPr algn="l" marL="524631" indent="-262315" lvl="1">
              <a:lnSpc>
                <a:spcPts val="3401"/>
              </a:lnSpc>
              <a:buFont typeface="Arial"/>
              <a:buChar char="•"/>
            </a:pPr>
            <a:r>
              <a:rPr lang="en-US" sz="2429">
                <a:solidFill>
                  <a:srgbClr val="0C4D0F"/>
                </a:solidFill>
                <a:latin typeface="Magnolia Script"/>
                <a:ea typeface="Magnolia Script"/>
                <a:cs typeface="Magnolia Script"/>
                <a:sym typeface="Magnolia Script"/>
              </a:rPr>
              <a:t> NutriHealth is a practical Django-based solution that promotes healthy eating, reduces food wastage, and supports sustainable consumption. The project demonstrates effective use of modern web technologies to solve real-world health problems.</a:t>
            </a:r>
          </a:p>
          <a:p>
            <a:pPr algn="l">
              <a:lnSpc>
                <a:spcPts val="3401"/>
              </a:lnSpc>
            </a:pPr>
          </a:p>
        </p:txBody>
      </p:sp>
      <p:sp>
        <p:nvSpPr>
          <p:cNvPr name="Freeform 36" id="36"/>
          <p:cNvSpPr/>
          <p:nvPr/>
        </p:nvSpPr>
        <p:spPr>
          <a:xfrm flipH="false" flipV="false" rot="0">
            <a:off x="16802139" y="171608"/>
            <a:ext cx="914323" cy="971392"/>
          </a:xfrm>
          <a:custGeom>
            <a:avLst/>
            <a:gdLst/>
            <a:ahLst/>
            <a:cxnLst/>
            <a:rect r="r" b="b" t="t" l="l"/>
            <a:pathLst>
              <a:path h="971392" w="914323">
                <a:moveTo>
                  <a:pt x="0" y="0"/>
                </a:moveTo>
                <a:lnTo>
                  <a:pt x="914322" y="0"/>
                </a:lnTo>
                <a:lnTo>
                  <a:pt x="914322" y="971392"/>
                </a:lnTo>
                <a:lnTo>
                  <a:pt x="0" y="971392"/>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DAHAjfq9SDo</dc:identifier>
  <dcterms:modified xsi:type="dcterms:W3CDTF">2011-08-01T06:04:30Z</dcterms:modified>
  <cp:revision>1</cp:revision>
  <dc:title>FoodLog: Nutrition &amp; Food Awareness Platform</dc:title>
</cp:coreProperties>
</file>